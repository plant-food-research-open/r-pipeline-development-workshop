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63" r:id="rId1"/>
  </p:sldMasterIdLst>
  <p:notesMasterIdLst>
    <p:notesMasterId r:id="rId19"/>
  </p:notesMasterIdLst>
  <p:handoutMasterIdLst>
    <p:handoutMasterId r:id="rId20"/>
  </p:handoutMasterIdLst>
  <p:sldIdLst>
    <p:sldId id="949" r:id="rId2"/>
    <p:sldId id="950" r:id="rId3"/>
    <p:sldId id="963" r:id="rId4"/>
    <p:sldId id="959" r:id="rId5"/>
    <p:sldId id="961" r:id="rId6"/>
    <p:sldId id="966" r:id="rId7"/>
    <p:sldId id="970" r:id="rId8"/>
    <p:sldId id="957" r:id="rId9"/>
    <p:sldId id="954" r:id="rId10"/>
    <p:sldId id="955" r:id="rId11"/>
    <p:sldId id="939" r:id="rId12"/>
    <p:sldId id="962" r:id="rId13"/>
    <p:sldId id="960" r:id="rId14"/>
    <p:sldId id="967" r:id="rId15"/>
    <p:sldId id="968" r:id="rId16"/>
    <p:sldId id="937" r:id="rId17"/>
    <p:sldId id="935" r:id="rId18"/>
  </p:sldIdLst>
  <p:sldSz cx="12192000" cy="6858000"/>
  <p:notesSz cx="7077075" cy="9363075"/>
  <p:defaultTextStyle>
    <a:defPPr>
      <a:defRPr lang="en-NZ"/>
    </a:defPPr>
    <a:lvl1pPr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1pPr>
    <a:lvl2pPr marL="609585"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2pPr>
    <a:lvl3pPr marL="1219170"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3pPr>
    <a:lvl4pPr marL="1828754"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4pPr>
    <a:lvl5pPr marL="2438339"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5pPr>
    <a:lvl6pPr marL="3047924" algn="l" defTabSz="1219170" rtl="0" eaLnBrk="1" latinLnBrk="0" hangingPunct="1">
      <a:defRPr sz="3200" kern="1200">
        <a:solidFill>
          <a:schemeClr val="tx1"/>
        </a:solidFill>
        <a:latin typeface="Arial" charset="0"/>
        <a:ea typeface="ＭＳ Ｐゴシック" pitchFamily="-112" charset="-128"/>
        <a:cs typeface="+mn-cs"/>
      </a:defRPr>
    </a:lvl6pPr>
    <a:lvl7pPr marL="3657509" algn="l" defTabSz="1219170" rtl="0" eaLnBrk="1" latinLnBrk="0" hangingPunct="1">
      <a:defRPr sz="3200" kern="1200">
        <a:solidFill>
          <a:schemeClr val="tx1"/>
        </a:solidFill>
        <a:latin typeface="Arial" charset="0"/>
        <a:ea typeface="ＭＳ Ｐゴシック" pitchFamily="-112" charset="-128"/>
        <a:cs typeface="+mn-cs"/>
      </a:defRPr>
    </a:lvl7pPr>
    <a:lvl8pPr marL="4267093" algn="l" defTabSz="1219170" rtl="0" eaLnBrk="1" latinLnBrk="0" hangingPunct="1">
      <a:defRPr sz="3200" kern="1200">
        <a:solidFill>
          <a:schemeClr val="tx1"/>
        </a:solidFill>
        <a:latin typeface="Arial" charset="0"/>
        <a:ea typeface="ＭＳ Ｐゴシック" pitchFamily="-112" charset="-128"/>
        <a:cs typeface="+mn-cs"/>
      </a:defRPr>
    </a:lvl8pPr>
    <a:lvl9pPr marL="4876678" algn="l" defTabSz="1219170" rtl="0" eaLnBrk="1" latinLnBrk="0" hangingPunct="1">
      <a:defRPr sz="3200" kern="1200">
        <a:solidFill>
          <a:schemeClr val="tx1"/>
        </a:solidFill>
        <a:latin typeface="Arial" charset="0"/>
        <a:ea typeface="ＭＳ Ｐゴシック" pitchFamily="-112" charset="-128"/>
        <a:cs typeface="+mn-cs"/>
      </a:defRPr>
    </a:lvl9pPr>
  </p:defaultTextStyle>
  <p:extLst>
    <p:ext uri="{EFAFB233-063F-42B5-8137-9DF3F51BA10A}">
      <p15:sldGuideLst xmlns:p15="http://schemas.microsoft.com/office/powerpoint/2012/main">
        <p15:guide id="1" pos="3840">
          <p15:clr>
            <a:srgbClr val="A4A3A4"/>
          </p15:clr>
        </p15:guide>
        <p15:guide id="2" orient="horz" pos="3793">
          <p15:clr>
            <a:srgbClr val="A4A3A4"/>
          </p15:clr>
        </p15:guide>
        <p15:guide id="3" orient="horz" pos="981" userDrawn="1">
          <p15:clr>
            <a:srgbClr val="A4A3A4"/>
          </p15:clr>
        </p15:guide>
        <p15:guide id="4" pos="6606" userDrawn="1">
          <p15:clr>
            <a:srgbClr val="A4A3A4"/>
          </p15:clr>
        </p15:guide>
        <p15:guide id="5" pos="4883" userDrawn="1">
          <p15:clr>
            <a:srgbClr val="A4A3A4"/>
          </p15:clr>
        </p15:guide>
        <p15:guide id="6"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DB5BC4-E45B-AAC8-345F-B298FEB1ECF4}" name="James Bristow" initials="JB" userId="S::jbristow2@massey.ac.nz::913def9d-1990-4c64-a1b0-d0359f727f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drea Leonard-Jones" initials="ALJ" lastIdx="2" clrIdx="0">
    <p:extLst>
      <p:ext uri="{19B8F6BF-5375-455C-9EA6-DF929625EA0E}">
        <p15:presenceInfo xmlns:p15="http://schemas.microsoft.com/office/powerpoint/2012/main" userId="S::andrea.leonard-jones@plantandfood.co.nz::75b6c3d6-6edd-4e5d-931b-dc5d2d1227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0EF"/>
    <a:srgbClr val="C1CCCA"/>
    <a:srgbClr val="82D4E3"/>
    <a:srgbClr val="D9F2F7"/>
    <a:srgbClr val="FFF4E4"/>
    <a:srgbClr val="FFDAA4"/>
    <a:srgbClr val="F5ECF2"/>
    <a:srgbClr val="EBF5E8"/>
    <a:srgbClr val="04A9C7"/>
    <a:srgbClr val="3E5D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A9A9BB-B77E-BBC4-81CC-0A223CF35E9D}" v="137" dt="2025-10-03T01:43:07.233"/>
    <p1510:client id="{A6FB573F-7525-CE6B-72BC-C7D6F9E752F6}" v="12" dt="2025-10-04T10:00:03.131"/>
    <p1510:client id="{B698091B-9C0E-454F-0E2C-F5333604BEFD}" v="764" dt="2025-10-02T20:59:53.331"/>
    <p1510:client id="{CF3B5927-0365-F8EC-5424-6AF0ADBE8995}" v="57" dt="2025-10-03T04:09:04.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3793"/>
        <p:guide orient="horz" pos="981"/>
        <p:guide pos="6606"/>
        <p:guide pos="4883"/>
        <p:guide orient="horz" pos="1117"/>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DE3FC3-8D06-4486-8D69-71C2015D8D22}"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E568D667-1734-4A92-B32E-88FE7CA37D2A}">
      <dgm:prSet phldr="0"/>
      <dgm:spPr/>
      <dgm:t>
        <a:bodyPr/>
        <a:lstStyle/>
        <a:p>
          <a:pPr algn="l" rtl="0"/>
          <a:r>
            <a:rPr lang="en-US" dirty="0">
              <a:latin typeface="Arial" panose="020B0604020202020204"/>
            </a:rPr>
            <a:t>Data Splitting</a:t>
          </a:r>
        </a:p>
      </dgm:t>
    </dgm:pt>
    <dgm:pt modelId="{549DE30D-462E-4839-B444-1285DD0FD11C}" type="parTrans" cxnId="{0101D919-5F0C-470D-AFA8-A287B72F1C40}">
      <dgm:prSet/>
      <dgm:spPr/>
    </dgm:pt>
    <dgm:pt modelId="{8251D450-90D8-4570-9FCF-B60A4512E691}" type="sibTrans" cxnId="{0101D919-5F0C-470D-AFA8-A287B72F1C40}">
      <dgm:prSet/>
      <dgm:spPr/>
    </dgm:pt>
    <dgm:pt modelId="{90098444-2DB4-4C75-A5AA-81AB746EF48C}">
      <dgm:prSet phldr="0"/>
      <dgm:spPr/>
      <dgm:t>
        <a:bodyPr/>
        <a:lstStyle/>
        <a:p>
          <a:pPr algn="l"/>
          <a:r>
            <a:rPr lang="en-US" dirty="0">
              <a:latin typeface="Arial" panose="020B0604020202020204"/>
            </a:rPr>
            <a:t>Cross validation</a:t>
          </a:r>
        </a:p>
      </dgm:t>
    </dgm:pt>
    <dgm:pt modelId="{047734C9-4A47-4965-BC96-FA2C95682A72}" type="parTrans" cxnId="{E4789B3C-5977-4E6E-B152-6CB0337E32B3}">
      <dgm:prSet/>
      <dgm:spPr/>
    </dgm:pt>
    <dgm:pt modelId="{E853C5F8-96FB-4124-B241-E36CBB234E2D}" type="sibTrans" cxnId="{E4789B3C-5977-4E6E-B152-6CB0337E32B3}">
      <dgm:prSet/>
      <dgm:spPr/>
    </dgm:pt>
    <dgm:pt modelId="{887914ED-793D-49AC-AF7F-01C2D1F8EAF5}">
      <dgm:prSet phldr="0"/>
      <dgm:spPr/>
      <dgm:t>
        <a:bodyPr/>
        <a:lstStyle/>
        <a:p>
          <a:pPr algn="l"/>
          <a:r>
            <a:rPr lang="en-US" dirty="0">
              <a:latin typeface="Arial" panose="020B0604020202020204"/>
            </a:rPr>
            <a:t>Hyper-parameter </a:t>
          </a:r>
          <a:r>
            <a:rPr lang="en-US" dirty="0" err="1">
              <a:latin typeface="Arial" panose="020B0604020202020204"/>
            </a:rPr>
            <a:t>optimisation</a:t>
          </a:r>
        </a:p>
      </dgm:t>
    </dgm:pt>
    <dgm:pt modelId="{29F55093-95E2-40C6-8E4D-6B8DD20D6909}" type="parTrans" cxnId="{BF7B1090-1976-435D-A466-1B97968FF5C9}">
      <dgm:prSet/>
      <dgm:spPr/>
    </dgm:pt>
    <dgm:pt modelId="{CF142875-DF55-4968-97EB-0AE5BCC58BED}" type="sibTrans" cxnId="{BF7B1090-1976-435D-A466-1B97968FF5C9}">
      <dgm:prSet/>
      <dgm:spPr/>
    </dgm:pt>
    <dgm:pt modelId="{0D3555D2-5713-44B6-8A62-1983169B3B29}">
      <dgm:prSet phldr="0"/>
      <dgm:spPr/>
      <dgm:t>
        <a:bodyPr/>
        <a:lstStyle/>
        <a:p>
          <a:pPr algn="l"/>
          <a:r>
            <a:rPr lang="en-US" dirty="0">
              <a:latin typeface="Arial" panose="020B0604020202020204"/>
            </a:rPr>
            <a:t>Stacking ensemble</a:t>
          </a:r>
        </a:p>
      </dgm:t>
    </dgm:pt>
    <dgm:pt modelId="{B0CC9212-C43B-49BC-9E33-EA16E5BBF76C}" type="parTrans" cxnId="{7492BF3A-23C5-4FA2-A76F-BC8BBE91B662}">
      <dgm:prSet/>
      <dgm:spPr/>
    </dgm:pt>
    <dgm:pt modelId="{6F49C3E6-2719-4637-A183-151CA36E3F02}" type="sibTrans" cxnId="{7492BF3A-23C5-4FA2-A76F-BC8BBE91B662}">
      <dgm:prSet/>
      <dgm:spPr/>
    </dgm:pt>
    <dgm:pt modelId="{9168DE6E-758D-4B9E-B9F0-D8AFB150D810}">
      <dgm:prSet phldr="0"/>
      <dgm:spPr/>
      <dgm:t>
        <a:bodyPr/>
        <a:lstStyle/>
        <a:p>
          <a:pPr algn="l"/>
          <a:r>
            <a:rPr lang="en-US" dirty="0">
              <a:latin typeface="Arial" panose="020B0604020202020204"/>
            </a:rPr>
            <a:t>Uncertainty Quantification</a:t>
          </a:r>
        </a:p>
      </dgm:t>
    </dgm:pt>
    <dgm:pt modelId="{7DD5E28B-0FD2-4466-BB83-D2B64F5B2070}" type="parTrans" cxnId="{F7DAEBCB-F352-40FA-BDCC-179F1A11EB3A}">
      <dgm:prSet/>
      <dgm:spPr/>
    </dgm:pt>
    <dgm:pt modelId="{988BCC05-CD84-43A2-9FA2-11DA5472FBFF}" type="sibTrans" cxnId="{F7DAEBCB-F352-40FA-BDCC-179F1A11EB3A}">
      <dgm:prSet/>
      <dgm:spPr/>
    </dgm:pt>
    <dgm:pt modelId="{0AA4EEF4-380F-41C7-B01C-CB3CABFD06BC}">
      <dgm:prSet phldr="0"/>
      <dgm:spPr/>
      <dgm:t>
        <a:bodyPr/>
        <a:lstStyle/>
        <a:p>
          <a:pPr algn="l"/>
          <a:r>
            <a:rPr lang="en-US" dirty="0">
              <a:latin typeface="Arial" panose="020B0604020202020204"/>
            </a:rPr>
            <a:t>Model Interpretation</a:t>
          </a:r>
        </a:p>
      </dgm:t>
    </dgm:pt>
    <dgm:pt modelId="{DEA09E8E-8781-487E-97D9-8DA2B2673649}" type="parTrans" cxnId="{CC4590C8-E45C-4D5E-9C5B-7D3631D21042}">
      <dgm:prSet/>
      <dgm:spPr/>
    </dgm:pt>
    <dgm:pt modelId="{93A2D21F-97B4-4338-B561-B76B4AE08A25}" type="sibTrans" cxnId="{CC4590C8-E45C-4D5E-9C5B-7D3631D21042}">
      <dgm:prSet/>
      <dgm:spPr/>
    </dgm:pt>
    <dgm:pt modelId="{E42BD283-D3E9-492F-87C9-DF9C95D69CD1}">
      <dgm:prSet phldr="0"/>
      <dgm:spPr/>
      <dgm:t>
        <a:bodyPr/>
        <a:lstStyle/>
        <a:p>
          <a:pPr algn="l"/>
          <a:r>
            <a:rPr lang="en-US" dirty="0">
              <a:latin typeface="Arial" panose="020B0604020202020204"/>
            </a:rPr>
            <a:t>Partial Dependence</a:t>
          </a:r>
        </a:p>
      </dgm:t>
    </dgm:pt>
    <dgm:pt modelId="{FF105CD7-249A-4A39-8975-F6AD9A03B54E}" type="parTrans" cxnId="{A41FC1B4-5A67-436D-B4AC-E0B280366047}">
      <dgm:prSet/>
      <dgm:spPr/>
    </dgm:pt>
    <dgm:pt modelId="{CD299D99-9441-491B-8DDC-1755860E8486}" type="sibTrans" cxnId="{A41FC1B4-5A67-436D-B4AC-E0B280366047}">
      <dgm:prSet/>
      <dgm:spPr/>
    </dgm:pt>
    <dgm:pt modelId="{8D62797B-55D4-4F35-BF2F-C7138BBB0275}">
      <dgm:prSet phldr="0"/>
      <dgm:spPr/>
      <dgm:t>
        <a:bodyPr/>
        <a:lstStyle/>
        <a:p>
          <a:pPr algn="l"/>
          <a:r>
            <a:rPr lang="en-US" dirty="0">
              <a:latin typeface="Arial" panose="020B0604020202020204"/>
            </a:rPr>
            <a:t>Residuals</a:t>
          </a:r>
        </a:p>
      </dgm:t>
    </dgm:pt>
    <dgm:pt modelId="{1E1DC387-83AB-424D-88CB-81ABC143AE48}" type="parTrans" cxnId="{7A9F6A34-F51B-4B39-BEA6-DCA77917BB4B}">
      <dgm:prSet/>
      <dgm:spPr/>
    </dgm:pt>
    <dgm:pt modelId="{7DCF5F13-BA9D-4E69-8CA2-820F31C97B14}" type="sibTrans" cxnId="{7A9F6A34-F51B-4B39-BEA6-DCA77917BB4B}">
      <dgm:prSet/>
      <dgm:spPr/>
    </dgm:pt>
    <dgm:pt modelId="{6D39C749-9531-4DE7-A81A-69B70EBE919A}">
      <dgm:prSet phldr="0"/>
      <dgm:spPr/>
      <dgm:t>
        <a:bodyPr/>
        <a:lstStyle/>
        <a:p>
          <a:pPr algn="l"/>
          <a:r>
            <a:rPr lang="en-US" dirty="0">
              <a:latin typeface="Arial" panose="020B0604020202020204"/>
            </a:rPr>
            <a:t>Model versioning, sharing, and deployment</a:t>
          </a:r>
        </a:p>
      </dgm:t>
    </dgm:pt>
    <dgm:pt modelId="{5AC76D0E-FEE4-46FB-972B-EE9774DF6A08}" type="parTrans" cxnId="{037E1701-D603-4B1D-B8D3-086749C1A18B}">
      <dgm:prSet/>
      <dgm:spPr/>
    </dgm:pt>
    <dgm:pt modelId="{49B6631A-8B03-4479-B253-9AF39FA2DD6D}" type="sibTrans" cxnId="{037E1701-D603-4B1D-B8D3-086749C1A18B}">
      <dgm:prSet/>
      <dgm:spPr/>
    </dgm:pt>
    <dgm:pt modelId="{7451A608-76C5-47AF-AFE8-18ECBD75F85F}">
      <dgm:prSet phldr="0"/>
      <dgm:spPr/>
      <dgm:t>
        <a:bodyPr/>
        <a:lstStyle/>
        <a:p>
          <a:pPr algn="l"/>
          <a:r>
            <a:rPr lang="en-US" dirty="0">
              <a:latin typeface="Arial" panose="020B0604020202020204"/>
            </a:rPr>
            <a:t>Model cards</a:t>
          </a:r>
        </a:p>
      </dgm:t>
    </dgm:pt>
    <dgm:pt modelId="{0377108C-B6FF-44F0-81E3-ECC1B153D5B7}" type="parTrans" cxnId="{891E47B4-55A4-44BA-B0BD-BD6AF19EEE07}">
      <dgm:prSet/>
      <dgm:spPr/>
    </dgm:pt>
    <dgm:pt modelId="{AFBE0D66-B3BB-447A-BE50-877697C4B35A}" type="sibTrans" cxnId="{891E47B4-55A4-44BA-B0BD-BD6AF19EEE07}">
      <dgm:prSet/>
      <dgm:spPr/>
    </dgm:pt>
    <dgm:pt modelId="{A19F2BAD-4C88-450B-8AA6-8D7C06F86BF5}">
      <dgm:prSet phldr="0"/>
      <dgm:spPr/>
      <dgm:t>
        <a:bodyPr/>
        <a:lstStyle/>
        <a:p>
          <a:pPr algn="l"/>
          <a:r>
            <a:rPr lang="en-US" dirty="0" err="1">
              <a:latin typeface="Arial" panose="020B0604020202020204"/>
            </a:rPr>
            <a:t>Containerisation</a:t>
          </a:r>
        </a:p>
      </dgm:t>
    </dgm:pt>
    <dgm:pt modelId="{2D7EE693-D51D-4ACD-AC59-97740CF48853}" type="parTrans" cxnId="{CD8BEC98-6C9C-444D-B862-28AEB58ED78B}">
      <dgm:prSet/>
      <dgm:spPr/>
    </dgm:pt>
    <dgm:pt modelId="{5E7867CA-93AB-4F2D-97F0-545C44FF0A63}" type="sibTrans" cxnId="{CD8BEC98-6C9C-444D-B862-28AEB58ED78B}">
      <dgm:prSet/>
      <dgm:spPr/>
    </dgm:pt>
    <dgm:pt modelId="{DE96F44C-8B48-4B5A-AFBB-28909BCC53EF}">
      <dgm:prSet phldr="0"/>
      <dgm:spPr/>
      <dgm:t>
        <a:bodyPr/>
        <a:lstStyle/>
        <a:p>
          <a:pPr algn="l" rtl="0"/>
          <a:r>
            <a:rPr lang="en-US" dirty="0">
              <a:latin typeface="Arial" panose="020B0604020202020204"/>
            </a:rPr>
            <a:t>Deployment on Kubernetes</a:t>
          </a:r>
        </a:p>
      </dgm:t>
    </dgm:pt>
    <dgm:pt modelId="{7BF06C47-D648-49A5-B6F7-31C4A27CBED3}" type="parTrans" cxnId="{1F632BEC-5B44-4216-91C5-73B8CE4EFB8D}">
      <dgm:prSet/>
      <dgm:spPr/>
    </dgm:pt>
    <dgm:pt modelId="{3E7A0404-9EE8-4717-AB10-B78635584CB5}" type="sibTrans" cxnId="{1F632BEC-5B44-4216-91C5-73B8CE4EFB8D}">
      <dgm:prSet/>
      <dgm:spPr/>
    </dgm:pt>
    <dgm:pt modelId="{6C6096BD-9ACF-4117-B86A-C3C9097D06E3}" type="pres">
      <dgm:prSet presAssocID="{35DE3FC3-8D06-4486-8D69-71C2015D8D22}" presName="Name0" presStyleCnt="0">
        <dgm:presLayoutVars>
          <dgm:dir/>
          <dgm:resizeHandles/>
        </dgm:presLayoutVars>
      </dgm:prSet>
      <dgm:spPr/>
    </dgm:pt>
    <dgm:pt modelId="{1CC09DD1-AD4B-42BB-8FBF-E59A1924D028}" type="pres">
      <dgm:prSet presAssocID="{E568D667-1734-4A92-B32E-88FE7CA37D2A}" presName="compNode" presStyleCnt="0"/>
      <dgm:spPr/>
    </dgm:pt>
    <dgm:pt modelId="{022851B2-BCE1-4D09-B726-944C541D257D}" type="pres">
      <dgm:prSet presAssocID="{E568D667-1734-4A92-B32E-88FE7CA37D2A}" presName="dummyConnPt" presStyleCnt="0"/>
      <dgm:spPr/>
    </dgm:pt>
    <dgm:pt modelId="{D00D9E13-8E19-48A2-B674-29A16F76BBF9}" type="pres">
      <dgm:prSet presAssocID="{E568D667-1734-4A92-B32E-88FE7CA37D2A}" presName="node" presStyleLbl="node1" presStyleIdx="0" presStyleCnt="12">
        <dgm:presLayoutVars>
          <dgm:bulletEnabled val="1"/>
        </dgm:presLayoutVars>
      </dgm:prSet>
      <dgm:spPr/>
    </dgm:pt>
    <dgm:pt modelId="{A109EB96-840A-4183-B6E6-98930194ABA1}" type="pres">
      <dgm:prSet presAssocID="{8251D450-90D8-4570-9FCF-B60A4512E691}" presName="sibTrans" presStyleLbl="bgSibTrans2D1" presStyleIdx="0" presStyleCnt="11"/>
      <dgm:spPr/>
    </dgm:pt>
    <dgm:pt modelId="{26130D50-FA9E-4864-AEC8-E1AD0EE96482}" type="pres">
      <dgm:prSet presAssocID="{90098444-2DB4-4C75-A5AA-81AB746EF48C}" presName="compNode" presStyleCnt="0"/>
      <dgm:spPr/>
    </dgm:pt>
    <dgm:pt modelId="{80713B41-D411-4F49-9AFB-099CCC355AC2}" type="pres">
      <dgm:prSet presAssocID="{90098444-2DB4-4C75-A5AA-81AB746EF48C}" presName="dummyConnPt" presStyleCnt="0"/>
      <dgm:spPr/>
    </dgm:pt>
    <dgm:pt modelId="{8F7316F3-45F3-4D74-8284-AAA795118482}" type="pres">
      <dgm:prSet presAssocID="{90098444-2DB4-4C75-A5AA-81AB746EF48C}" presName="node" presStyleLbl="node1" presStyleIdx="1" presStyleCnt="12">
        <dgm:presLayoutVars>
          <dgm:bulletEnabled val="1"/>
        </dgm:presLayoutVars>
      </dgm:prSet>
      <dgm:spPr/>
    </dgm:pt>
    <dgm:pt modelId="{C7B1DB8D-7EDF-4278-A003-5B7496311FB5}" type="pres">
      <dgm:prSet presAssocID="{E853C5F8-96FB-4124-B241-E36CBB234E2D}" presName="sibTrans" presStyleLbl="bgSibTrans2D1" presStyleIdx="1" presStyleCnt="11"/>
      <dgm:spPr/>
    </dgm:pt>
    <dgm:pt modelId="{EAE8C8A0-0BA5-439D-BB6F-FA07B484128A}" type="pres">
      <dgm:prSet presAssocID="{887914ED-793D-49AC-AF7F-01C2D1F8EAF5}" presName="compNode" presStyleCnt="0"/>
      <dgm:spPr/>
    </dgm:pt>
    <dgm:pt modelId="{E530614A-7B18-49E6-B69C-1D2D3EB8AC52}" type="pres">
      <dgm:prSet presAssocID="{887914ED-793D-49AC-AF7F-01C2D1F8EAF5}" presName="dummyConnPt" presStyleCnt="0"/>
      <dgm:spPr/>
    </dgm:pt>
    <dgm:pt modelId="{26995083-B958-4660-8BCC-490E421D652B}" type="pres">
      <dgm:prSet presAssocID="{887914ED-793D-49AC-AF7F-01C2D1F8EAF5}" presName="node" presStyleLbl="node1" presStyleIdx="2" presStyleCnt="12">
        <dgm:presLayoutVars>
          <dgm:bulletEnabled val="1"/>
        </dgm:presLayoutVars>
      </dgm:prSet>
      <dgm:spPr/>
    </dgm:pt>
    <dgm:pt modelId="{ECF3C75E-519C-4814-AF88-B7FB0FF9A3AA}" type="pres">
      <dgm:prSet presAssocID="{CF142875-DF55-4968-97EB-0AE5BCC58BED}" presName="sibTrans" presStyleLbl="bgSibTrans2D1" presStyleIdx="2" presStyleCnt="11"/>
      <dgm:spPr/>
    </dgm:pt>
    <dgm:pt modelId="{8586B78A-54D5-4942-8DE8-0E61812BA62B}" type="pres">
      <dgm:prSet presAssocID="{0D3555D2-5713-44B6-8A62-1983169B3B29}" presName="compNode" presStyleCnt="0"/>
      <dgm:spPr/>
    </dgm:pt>
    <dgm:pt modelId="{8ED2826B-085B-4E06-8A01-4A03CA7C1B58}" type="pres">
      <dgm:prSet presAssocID="{0D3555D2-5713-44B6-8A62-1983169B3B29}" presName="dummyConnPt" presStyleCnt="0"/>
      <dgm:spPr/>
    </dgm:pt>
    <dgm:pt modelId="{3E72B1CE-344C-44F8-96C3-3444EA62039D}" type="pres">
      <dgm:prSet presAssocID="{0D3555D2-5713-44B6-8A62-1983169B3B29}" presName="node" presStyleLbl="node1" presStyleIdx="3" presStyleCnt="12">
        <dgm:presLayoutVars>
          <dgm:bulletEnabled val="1"/>
        </dgm:presLayoutVars>
      </dgm:prSet>
      <dgm:spPr/>
    </dgm:pt>
    <dgm:pt modelId="{46B05270-523E-4AA2-981D-9F23A517D4FF}" type="pres">
      <dgm:prSet presAssocID="{6F49C3E6-2719-4637-A183-151CA36E3F02}" presName="sibTrans" presStyleLbl="bgSibTrans2D1" presStyleIdx="3" presStyleCnt="11"/>
      <dgm:spPr/>
    </dgm:pt>
    <dgm:pt modelId="{38425EC7-7965-40FE-81B6-79E80DB8854A}" type="pres">
      <dgm:prSet presAssocID="{9168DE6E-758D-4B9E-B9F0-D8AFB150D810}" presName="compNode" presStyleCnt="0"/>
      <dgm:spPr/>
    </dgm:pt>
    <dgm:pt modelId="{DD9807E3-5D15-44F2-99DE-65C97775830A}" type="pres">
      <dgm:prSet presAssocID="{9168DE6E-758D-4B9E-B9F0-D8AFB150D810}" presName="dummyConnPt" presStyleCnt="0"/>
      <dgm:spPr/>
    </dgm:pt>
    <dgm:pt modelId="{E6DEB935-261C-4B7E-9950-6E16469B30DB}" type="pres">
      <dgm:prSet presAssocID="{9168DE6E-758D-4B9E-B9F0-D8AFB150D810}" presName="node" presStyleLbl="node1" presStyleIdx="4" presStyleCnt="12">
        <dgm:presLayoutVars>
          <dgm:bulletEnabled val="1"/>
        </dgm:presLayoutVars>
      </dgm:prSet>
      <dgm:spPr/>
    </dgm:pt>
    <dgm:pt modelId="{3FFF63AB-3C14-44D2-8275-2E9A5463F839}" type="pres">
      <dgm:prSet presAssocID="{988BCC05-CD84-43A2-9FA2-11DA5472FBFF}" presName="sibTrans" presStyleLbl="bgSibTrans2D1" presStyleIdx="4" presStyleCnt="11"/>
      <dgm:spPr/>
    </dgm:pt>
    <dgm:pt modelId="{1FAD8E0A-414B-4E5B-BA4B-76E4EDFC38D3}" type="pres">
      <dgm:prSet presAssocID="{0AA4EEF4-380F-41C7-B01C-CB3CABFD06BC}" presName="compNode" presStyleCnt="0"/>
      <dgm:spPr/>
    </dgm:pt>
    <dgm:pt modelId="{FAD2BA1A-16E4-44F2-81D3-76E8AFDA8576}" type="pres">
      <dgm:prSet presAssocID="{0AA4EEF4-380F-41C7-B01C-CB3CABFD06BC}" presName="dummyConnPt" presStyleCnt="0"/>
      <dgm:spPr/>
    </dgm:pt>
    <dgm:pt modelId="{F358E426-910D-4460-99CC-A61B994629E0}" type="pres">
      <dgm:prSet presAssocID="{0AA4EEF4-380F-41C7-B01C-CB3CABFD06BC}" presName="node" presStyleLbl="node1" presStyleIdx="5" presStyleCnt="12">
        <dgm:presLayoutVars>
          <dgm:bulletEnabled val="1"/>
        </dgm:presLayoutVars>
      </dgm:prSet>
      <dgm:spPr/>
    </dgm:pt>
    <dgm:pt modelId="{099B257B-1B9C-44AD-9830-1970EA564171}" type="pres">
      <dgm:prSet presAssocID="{93A2D21F-97B4-4338-B561-B76B4AE08A25}" presName="sibTrans" presStyleLbl="bgSibTrans2D1" presStyleIdx="5" presStyleCnt="11"/>
      <dgm:spPr/>
    </dgm:pt>
    <dgm:pt modelId="{A623EF0C-CF53-4D62-A49C-2567960ECB94}" type="pres">
      <dgm:prSet presAssocID="{E42BD283-D3E9-492F-87C9-DF9C95D69CD1}" presName="compNode" presStyleCnt="0"/>
      <dgm:spPr/>
    </dgm:pt>
    <dgm:pt modelId="{72F5F2AE-1AF9-4B25-B152-773A7B5E64BA}" type="pres">
      <dgm:prSet presAssocID="{E42BD283-D3E9-492F-87C9-DF9C95D69CD1}" presName="dummyConnPt" presStyleCnt="0"/>
      <dgm:spPr/>
    </dgm:pt>
    <dgm:pt modelId="{C7F44125-4D54-4E20-9C92-C5B691FE352C}" type="pres">
      <dgm:prSet presAssocID="{E42BD283-D3E9-492F-87C9-DF9C95D69CD1}" presName="node" presStyleLbl="node1" presStyleIdx="6" presStyleCnt="12">
        <dgm:presLayoutVars>
          <dgm:bulletEnabled val="1"/>
        </dgm:presLayoutVars>
      </dgm:prSet>
      <dgm:spPr/>
    </dgm:pt>
    <dgm:pt modelId="{6932DC1E-7BF1-4DEC-81CC-57DA027C550F}" type="pres">
      <dgm:prSet presAssocID="{CD299D99-9441-491B-8DDC-1755860E8486}" presName="sibTrans" presStyleLbl="bgSibTrans2D1" presStyleIdx="6" presStyleCnt="11"/>
      <dgm:spPr/>
    </dgm:pt>
    <dgm:pt modelId="{F41FBB9E-8AF1-42B0-83B9-6C080EB57BCE}" type="pres">
      <dgm:prSet presAssocID="{8D62797B-55D4-4F35-BF2F-C7138BBB0275}" presName="compNode" presStyleCnt="0"/>
      <dgm:spPr/>
    </dgm:pt>
    <dgm:pt modelId="{A6B4EB85-603E-40AD-8F48-37BDF690C523}" type="pres">
      <dgm:prSet presAssocID="{8D62797B-55D4-4F35-BF2F-C7138BBB0275}" presName="dummyConnPt" presStyleCnt="0"/>
      <dgm:spPr/>
    </dgm:pt>
    <dgm:pt modelId="{BBFFE02D-C4AD-4C71-ADFA-7706AF58D689}" type="pres">
      <dgm:prSet presAssocID="{8D62797B-55D4-4F35-BF2F-C7138BBB0275}" presName="node" presStyleLbl="node1" presStyleIdx="7" presStyleCnt="12">
        <dgm:presLayoutVars>
          <dgm:bulletEnabled val="1"/>
        </dgm:presLayoutVars>
      </dgm:prSet>
      <dgm:spPr/>
    </dgm:pt>
    <dgm:pt modelId="{29216413-9846-4F0F-86BA-6FE37AAFB972}" type="pres">
      <dgm:prSet presAssocID="{7DCF5F13-BA9D-4E69-8CA2-820F31C97B14}" presName="sibTrans" presStyleLbl="bgSibTrans2D1" presStyleIdx="7" presStyleCnt="11"/>
      <dgm:spPr/>
    </dgm:pt>
    <dgm:pt modelId="{095BB924-2764-4395-B879-9839254F5DF1}" type="pres">
      <dgm:prSet presAssocID="{6D39C749-9531-4DE7-A81A-69B70EBE919A}" presName="compNode" presStyleCnt="0"/>
      <dgm:spPr/>
    </dgm:pt>
    <dgm:pt modelId="{9B4B107C-76AB-46B4-B9BE-8BF82B57B2BE}" type="pres">
      <dgm:prSet presAssocID="{6D39C749-9531-4DE7-A81A-69B70EBE919A}" presName="dummyConnPt" presStyleCnt="0"/>
      <dgm:spPr/>
    </dgm:pt>
    <dgm:pt modelId="{D8AD6609-5627-4FCF-91E0-464B8D186CB9}" type="pres">
      <dgm:prSet presAssocID="{6D39C749-9531-4DE7-A81A-69B70EBE919A}" presName="node" presStyleLbl="node1" presStyleIdx="8" presStyleCnt="12">
        <dgm:presLayoutVars>
          <dgm:bulletEnabled val="1"/>
        </dgm:presLayoutVars>
      </dgm:prSet>
      <dgm:spPr/>
    </dgm:pt>
    <dgm:pt modelId="{9E26D1D4-2972-4968-87F9-D5BD893A796B}" type="pres">
      <dgm:prSet presAssocID="{49B6631A-8B03-4479-B253-9AF39FA2DD6D}" presName="sibTrans" presStyleLbl="bgSibTrans2D1" presStyleIdx="8" presStyleCnt="11"/>
      <dgm:spPr/>
    </dgm:pt>
    <dgm:pt modelId="{6BEADF26-8AE6-4CB9-BFD9-FE49F2AA5345}" type="pres">
      <dgm:prSet presAssocID="{7451A608-76C5-47AF-AFE8-18ECBD75F85F}" presName="compNode" presStyleCnt="0"/>
      <dgm:spPr/>
    </dgm:pt>
    <dgm:pt modelId="{14EC8299-5302-4915-AABC-919CAEA3BE3F}" type="pres">
      <dgm:prSet presAssocID="{7451A608-76C5-47AF-AFE8-18ECBD75F85F}" presName="dummyConnPt" presStyleCnt="0"/>
      <dgm:spPr/>
    </dgm:pt>
    <dgm:pt modelId="{3B847EF3-97A7-4656-9822-A8313E48D99D}" type="pres">
      <dgm:prSet presAssocID="{7451A608-76C5-47AF-AFE8-18ECBD75F85F}" presName="node" presStyleLbl="node1" presStyleIdx="9" presStyleCnt="12">
        <dgm:presLayoutVars>
          <dgm:bulletEnabled val="1"/>
        </dgm:presLayoutVars>
      </dgm:prSet>
      <dgm:spPr/>
    </dgm:pt>
    <dgm:pt modelId="{3B106851-ADD4-4FCE-921B-5E5920568A52}" type="pres">
      <dgm:prSet presAssocID="{AFBE0D66-B3BB-447A-BE50-877697C4B35A}" presName="sibTrans" presStyleLbl="bgSibTrans2D1" presStyleIdx="9" presStyleCnt="11"/>
      <dgm:spPr/>
    </dgm:pt>
    <dgm:pt modelId="{AFC2F4EE-44C0-49C3-A748-29B70D04B873}" type="pres">
      <dgm:prSet presAssocID="{A19F2BAD-4C88-450B-8AA6-8D7C06F86BF5}" presName="compNode" presStyleCnt="0"/>
      <dgm:spPr/>
    </dgm:pt>
    <dgm:pt modelId="{F1D766C5-156C-41CD-91A5-9A72276BE7E1}" type="pres">
      <dgm:prSet presAssocID="{A19F2BAD-4C88-450B-8AA6-8D7C06F86BF5}" presName="dummyConnPt" presStyleCnt="0"/>
      <dgm:spPr/>
    </dgm:pt>
    <dgm:pt modelId="{321B4169-09B6-45BC-BA8E-D3836739B3B5}" type="pres">
      <dgm:prSet presAssocID="{A19F2BAD-4C88-450B-8AA6-8D7C06F86BF5}" presName="node" presStyleLbl="node1" presStyleIdx="10" presStyleCnt="12">
        <dgm:presLayoutVars>
          <dgm:bulletEnabled val="1"/>
        </dgm:presLayoutVars>
      </dgm:prSet>
      <dgm:spPr/>
    </dgm:pt>
    <dgm:pt modelId="{25E87A69-E9F1-43F3-94D4-BD8E457FE785}" type="pres">
      <dgm:prSet presAssocID="{5E7867CA-93AB-4F2D-97F0-545C44FF0A63}" presName="sibTrans" presStyleLbl="bgSibTrans2D1" presStyleIdx="10" presStyleCnt="11"/>
      <dgm:spPr/>
    </dgm:pt>
    <dgm:pt modelId="{4CB72296-142A-4410-9F9F-ED0040E18D22}" type="pres">
      <dgm:prSet presAssocID="{DE96F44C-8B48-4B5A-AFBB-28909BCC53EF}" presName="compNode" presStyleCnt="0"/>
      <dgm:spPr/>
    </dgm:pt>
    <dgm:pt modelId="{70BD6A60-E331-471B-A976-D0F74C4BBDA6}" type="pres">
      <dgm:prSet presAssocID="{DE96F44C-8B48-4B5A-AFBB-28909BCC53EF}" presName="dummyConnPt" presStyleCnt="0"/>
      <dgm:spPr/>
    </dgm:pt>
    <dgm:pt modelId="{98269DCC-21AE-4D7D-B6D8-B424B9EEB0AD}" type="pres">
      <dgm:prSet presAssocID="{DE96F44C-8B48-4B5A-AFBB-28909BCC53EF}" presName="node" presStyleLbl="node1" presStyleIdx="11" presStyleCnt="12">
        <dgm:presLayoutVars>
          <dgm:bulletEnabled val="1"/>
        </dgm:presLayoutVars>
      </dgm:prSet>
      <dgm:spPr/>
    </dgm:pt>
  </dgm:ptLst>
  <dgm:cxnLst>
    <dgm:cxn modelId="{037E1701-D603-4B1D-B8D3-086749C1A18B}" srcId="{35DE3FC3-8D06-4486-8D69-71C2015D8D22}" destId="{6D39C749-9531-4DE7-A81A-69B70EBE919A}" srcOrd="8" destOrd="0" parTransId="{5AC76D0E-FEE4-46FB-972B-EE9774DF6A08}" sibTransId="{49B6631A-8B03-4479-B253-9AF39FA2DD6D}"/>
    <dgm:cxn modelId="{EE579706-159C-4113-831A-F1E662FFDAA7}" type="presOf" srcId="{5E7867CA-93AB-4F2D-97F0-545C44FF0A63}" destId="{25E87A69-E9F1-43F3-94D4-BD8E457FE785}" srcOrd="0" destOrd="0" presId="urn:microsoft.com/office/officeart/2005/8/layout/bProcess4"/>
    <dgm:cxn modelId="{6A0FE206-2598-4B8A-A130-ACB09DC6F12A}" type="presOf" srcId="{8251D450-90D8-4570-9FCF-B60A4512E691}" destId="{A109EB96-840A-4183-B6E6-98930194ABA1}" srcOrd="0" destOrd="0" presId="urn:microsoft.com/office/officeart/2005/8/layout/bProcess4"/>
    <dgm:cxn modelId="{DE69100A-70C2-4DB2-8D57-825CBD503859}" type="presOf" srcId="{0D3555D2-5713-44B6-8A62-1983169B3B29}" destId="{3E72B1CE-344C-44F8-96C3-3444EA62039D}" srcOrd="0" destOrd="0" presId="urn:microsoft.com/office/officeart/2005/8/layout/bProcess4"/>
    <dgm:cxn modelId="{57D2070B-A169-41BE-984C-1A0F4585D2EE}" type="presOf" srcId="{E568D667-1734-4A92-B32E-88FE7CA37D2A}" destId="{D00D9E13-8E19-48A2-B674-29A16F76BBF9}" srcOrd="0" destOrd="0" presId="urn:microsoft.com/office/officeart/2005/8/layout/bProcess4"/>
    <dgm:cxn modelId="{FBE3B90C-6B47-4610-AE12-ABFB89EAC132}" type="presOf" srcId="{887914ED-793D-49AC-AF7F-01C2D1F8EAF5}" destId="{26995083-B958-4660-8BCC-490E421D652B}" srcOrd="0" destOrd="0" presId="urn:microsoft.com/office/officeart/2005/8/layout/bProcess4"/>
    <dgm:cxn modelId="{0101D919-5F0C-470D-AFA8-A287B72F1C40}" srcId="{35DE3FC3-8D06-4486-8D69-71C2015D8D22}" destId="{E568D667-1734-4A92-B32E-88FE7CA37D2A}" srcOrd="0" destOrd="0" parTransId="{549DE30D-462E-4839-B444-1285DD0FD11C}" sibTransId="{8251D450-90D8-4570-9FCF-B60A4512E691}"/>
    <dgm:cxn modelId="{F3A5892A-629E-4BA6-A1A4-CBC298367F30}" type="presOf" srcId="{988BCC05-CD84-43A2-9FA2-11DA5472FBFF}" destId="{3FFF63AB-3C14-44D2-8275-2E9A5463F839}" srcOrd="0" destOrd="0" presId="urn:microsoft.com/office/officeart/2005/8/layout/bProcess4"/>
    <dgm:cxn modelId="{46D7E52A-D363-47F7-9EE9-D497FC023C8D}" type="presOf" srcId="{7451A608-76C5-47AF-AFE8-18ECBD75F85F}" destId="{3B847EF3-97A7-4656-9822-A8313E48D99D}" srcOrd="0" destOrd="0" presId="urn:microsoft.com/office/officeart/2005/8/layout/bProcess4"/>
    <dgm:cxn modelId="{56836931-00CC-451A-81C1-5A88F39B6DB1}" type="presOf" srcId="{8D62797B-55D4-4F35-BF2F-C7138BBB0275}" destId="{BBFFE02D-C4AD-4C71-ADFA-7706AF58D689}" srcOrd="0" destOrd="0" presId="urn:microsoft.com/office/officeart/2005/8/layout/bProcess4"/>
    <dgm:cxn modelId="{7A9F6A34-F51B-4B39-BEA6-DCA77917BB4B}" srcId="{35DE3FC3-8D06-4486-8D69-71C2015D8D22}" destId="{8D62797B-55D4-4F35-BF2F-C7138BBB0275}" srcOrd="7" destOrd="0" parTransId="{1E1DC387-83AB-424D-88CB-81ABC143AE48}" sibTransId="{7DCF5F13-BA9D-4E69-8CA2-820F31C97B14}"/>
    <dgm:cxn modelId="{7492BF3A-23C5-4FA2-A76F-BC8BBE91B662}" srcId="{35DE3FC3-8D06-4486-8D69-71C2015D8D22}" destId="{0D3555D2-5713-44B6-8A62-1983169B3B29}" srcOrd="3" destOrd="0" parTransId="{B0CC9212-C43B-49BC-9E33-EA16E5BBF76C}" sibTransId="{6F49C3E6-2719-4637-A183-151CA36E3F02}"/>
    <dgm:cxn modelId="{E4789B3C-5977-4E6E-B152-6CB0337E32B3}" srcId="{35DE3FC3-8D06-4486-8D69-71C2015D8D22}" destId="{90098444-2DB4-4C75-A5AA-81AB746EF48C}" srcOrd="1" destOrd="0" parTransId="{047734C9-4A47-4965-BC96-FA2C95682A72}" sibTransId="{E853C5F8-96FB-4124-B241-E36CBB234E2D}"/>
    <dgm:cxn modelId="{30D3D33F-E644-4930-9F2A-06DA9576C6A3}" type="presOf" srcId="{DE96F44C-8B48-4B5A-AFBB-28909BCC53EF}" destId="{98269DCC-21AE-4D7D-B6D8-B424B9EEB0AD}" srcOrd="0" destOrd="0" presId="urn:microsoft.com/office/officeart/2005/8/layout/bProcess4"/>
    <dgm:cxn modelId="{8616DD41-D248-4823-B4AD-E4D02A4088D9}" type="presOf" srcId="{6F49C3E6-2719-4637-A183-151CA36E3F02}" destId="{46B05270-523E-4AA2-981D-9F23A517D4FF}" srcOrd="0" destOrd="0" presId="urn:microsoft.com/office/officeart/2005/8/layout/bProcess4"/>
    <dgm:cxn modelId="{66DCF646-F41B-42A0-8AE8-0294D0564A4C}" type="presOf" srcId="{93A2D21F-97B4-4338-B561-B76B4AE08A25}" destId="{099B257B-1B9C-44AD-9830-1970EA564171}" srcOrd="0" destOrd="0" presId="urn:microsoft.com/office/officeart/2005/8/layout/bProcess4"/>
    <dgm:cxn modelId="{6622446A-BD90-4B10-BCF2-0C6990716355}" type="presOf" srcId="{49B6631A-8B03-4479-B253-9AF39FA2DD6D}" destId="{9E26D1D4-2972-4968-87F9-D5BD893A796B}" srcOrd="0" destOrd="0" presId="urn:microsoft.com/office/officeart/2005/8/layout/bProcess4"/>
    <dgm:cxn modelId="{ADE9226B-428D-4197-81AE-F4D058F85F7A}" type="presOf" srcId="{90098444-2DB4-4C75-A5AA-81AB746EF48C}" destId="{8F7316F3-45F3-4D74-8284-AAA795118482}" srcOrd="0" destOrd="0" presId="urn:microsoft.com/office/officeart/2005/8/layout/bProcess4"/>
    <dgm:cxn modelId="{1246AD6C-71F8-4ECD-A67E-98E6F52EB3D6}" type="presOf" srcId="{E42BD283-D3E9-492F-87C9-DF9C95D69CD1}" destId="{C7F44125-4D54-4E20-9C92-C5B691FE352C}" srcOrd="0" destOrd="0" presId="urn:microsoft.com/office/officeart/2005/8/layout/bProcess4"/>
    <dgm:cxn modelId="{3B0ED656-B5FD-4425-9F6F-4017756005DC}" type="presOf" srcId="{0AA4EEF4-380F-41C7-B01C-CB3CABFD06BC}" destId="{F358E426-910D-4460-99CC-A61B994629E0}" srcOrd="0" destOrd="0" presId="urn:microsoft.com/office/officeart/2005/8/layout/bProcess4"/>
    <dgm:cxn modelId="{1BD71A7D-DEE0-4089-9922-EFC3276C4ED8}" type="presOf" srcId="{AFBE0D66-B3BB-447A-BE50-877697C4B35A}" destId="{3B106851-ADD4-4FCE-921B-5E5920568A52}" srcOrd="0" destOrd="0" presId="urn:microsoft.com/office/officeart/2005/8/layout/bProcess4"/>
    <dgm:cxn modelId="{28820287-05DE-4F29-9651-E49E6AE74A8D}" type="presOf" srcId="{A19F2BAD-4C88-450B-8AA6-8D7C06F86BF5}" destId="{321B4169-09B6-45BC-BA8E-D3836739B3B5}" srcOrd="0" destOrd="0" presId="urn:microsoft.com/office/officeart/2005/8/layout/bProcess4"/>
    <dgm:cxn modelId="{E656CF87-2B1E-4923-B4C3-B7148FD80204}" type="presOf" srcId="{7DCF5F13-BA9D-4E69-8CA2-820F31C97B14}" destId="{29216413-9846-4F0F-86BA-6FE37AAFB972}" srcOrd="0" destOrd="0" presId="urn:microsoft.com/office/officeart/2005/8/layout/bProcess4"/>
    <dgm:cxn modelId="{10572089-00C3-4E11-97A6-909203960A22}" type="presOf" srcId="{35DE3FC3-8D06-4486-8D69-71C2015D8D22}" destId="{6C6096BD-9ACF-4117-B86A-C3C9097D06E3}" srcOrd="0" destOrd="0" presId="urn:microsoft.com/office/officeart/2005/8/layout/bProcess4"/>
    <dgm:cxn modelId="{BF7B1090-1976-435D-A466-1B97968FF5C9}" srcId="{35DE3FC3-8D06-4486-8D69-71C2015D8D22}" destId="{887914ED-793D-49AC-AF7F-01C2D1F8EAF5}" srcOrd="2" destOrd="0" parTransId="{29F55093-95E2-40C6-8E4D-6B8DD20D6909}" sibTransId="{CF142875-DF55-4968-97EB-0AE5BCC58BED}"/>
    <dgm:cxn modelId="{CD8BEC98-6C9C-444D-B862-28AEB58ED78B}" srcId="{35DE3FC3-8D06-4486-8D69-71C2015D8D22}" destId="{A19F2BAD-4C88-450B-8AA6-8D7C06F86BF5}" srcOrd="10" destOrd="0" parTransId="{2D7EE693-D51D-4ACD-AC59-97740CF48853}" sibTransId="{5E7867CA-93AB-4F2D-97F0-545C44FF0A63}"/>
    <dgm:cxn modelId="{E33D439C-0EB4-4A85-ADE6-A6FDA25B1273}" type="presOf" srcId="{E853C5F8-96FB-4124-B241-E36CBB234E2D}" destId="{C7B1DB8D-7EDF-4278-A003-5B7496311FB5}" srcOrd="0" destOrd="0" presId="urn:microsoft.com/office/officeart/2005/8/layout/bProcess4"/>
    <dgm:cxn modelId="{891E47B4-55A4-44BA-B0BD-BD6AF19EEE07}" srcId="{35DE3FC3-8D06-4486-8D69-71C2015D8D22}" destId="{7451A608-76C5-47AF-AFE8-18ECBD75F85F}" srcOrd="9" destOrd="0" parTransId="{0377108C-B6FF-44F0-81E3-ECC1B153D5B7}" sibTransId="{AFBE0D66-B3BB-447A-BE50-877697C4B35A}"/>
    <dgm:cxn modelId="{A41FC1B4-5A67-436D-B4AC-E0B280366047}" srcId="{35DE3FC3-8D06-4486-8D69-71C2015D8D22}" destId="{E42BD283-D3E9-492F-87C9-DF9C95D69CD1}" srcOrd="6" destOrd="0" parTransId="{FF105CD7-249A-4A39-8975-F6AD9A03B54E}" sibTransId="{CD299D99-9441-491B-8DDC-1755860E8486}"/>
    <dgm:cxn modelId="{CC4590C8-E45C-4D5E-9C5B-7D3631D21042}" srcId="{35DE3FC3-8D06-4486-8D69-71C2015D8D22}" destId="{0AA4EEF4-380F-41C7-B01C-CB3CABFD06BC}" srcOrd="5" destOrd="0" parTransId="{DEA09E8E-8781-487E-97D9-8DA2B2673649}" sibTransId="{93A2D21F-97B4-4338-B561-B76B4AE08A25}"/>
    <dgm:cxn modelId="{F7DAEBCB-F352-40FA-BDCC-179F1A11EB3A}" srcId="{35DE3FC3-8D06-4486-8D69-71C2015D8D22}" destId="{9168DE6E-758D-4B9E-B9F0-D8AFB150D810}" srcOrd="4" destOrd="0" parTransId="{7DD5E28B-0FD2-4466-BB83-D2B64F5B2070}" sibTransId="{988BCC05-CD84-43A2-9FA2-11DA5472FBFF}"/>
    <dgm:cxn modelId="{386488CC-16FB-4C97-B151-41A6C5B73695}" type="presOf" srcId="{CD299D99-9441-491B-8DDC-1755860E8486}" destId="{6932DC1E-7BF1-4DEC-81CC-57DA027C550F}" srcOrd="0" destOrd="0" presId="urn:microsoft.com/office/officeart/2005/8/layout/bProcess4"/>
    <dgm:cxn modelId="{F89D63D6-B78D-44AF-9270-48570CB29D7E}" type="presOf" srcId="{6D39C749-9531-4DE7-A81A-69B70EBE919A}" destId="{D8AD6609-5627-4FCF-91E0-464B8D186CB9}" srcOrd="0" destOrd="0" presId="urn:microsoft.com/office/officeart/2005/8/layout/bProcess4"/>
    <dgm:cxn modelId="{D914DAE4-4E2F-470A-9F94-5D12CE658894}" type="presOf" srcId="{CF142875-DF55-4968-97EB-0AE5BCC58BED}" destId="{ECF3C75E-519C-4814-AF88-B7FB0FF9A3AA}" srcOrd="0" destOrd="0" presId="urn:microsoft.com/office/officeart/2005/8/layout/bProcess4"/>
    <dgm:cxn modelId="{1F632BEC-5B44-4216-91C5-73B8CE4EFB8D}" srcId="{35DE3FC3-8D06-4486-8D69-71C2015D8D22}" destId="{DE96F44C-8B48-4B5A-AFBB-28909BCC53EF}" srcOrd="11" destOrd="0" parTransId="{7BF06C47-D648-49A5-B6F7-31C4A27CBED3}" sibTransId="{3E7A0404-9EE8-4717-AB10-B78635584CB5}"/>
    <dgm:cxn modelId="{3C9670F3-9DB8-46BF-AD22-BA5A4C62C450}" type="presOf" srcId="{9168DE6E-758D-4B9E-B9F0-D8AFB150D810}" destId="{E6DEB935-261C-4B7E-9950-6E16469B30DB}" srcOrd="0" destOrd="0" presId="urn:microsoft.com/office/officeart/2005/8/layout/bProcess4"/>
    <dgm:cxn modelId="{4ACFC345-EF3C-48CE-A032-87E75FA41A17}" type="presParOf" srcId="{6C6096BD-9ACF-4117-B86A-C3C9097D06E3}" destId="{1CC09DD1-AD4B-42BB-8FBF-E59A1924D028}" srcOrd="0" destOrd="0" presId="urn:microsoft.com/office/officeart/2005/8/layout/bProcess4"/>
    <dgm:cxn modelId="{88E32C90-20FA-4B05-BCC9-6F3470B9C103}" type="presParOf" srcId="{1CC09DD1-AD4B-42BB-8FBF-E59A1924D028}" destId="{022851B2-BCE1-4D09-B726-944C541D257D}" srcOrd="0" destOrd="0" presId="urn:microsoft.com/office/officeart/2005/8/layout/bProcess4"/>
    <dgm:cxn modelId="{8463B095-F5CE-4734-BDB5-1BD471931890}" type="presParOf" srcId="{1CC09DD1-AD4B-42BB-8FBF-E59A1924D028}" destId="{D00D9E13-8E19-48A2-B674-29A16F76BBF9}" srcOrd="1" destOrd="0" presId="urn:microsoft.com/office/officeart/2005/8/layout/bProcess4"/>
    <dgm:cxn modelId="{29DAEF15-EE92-4B2F-B25E-6FCFEFFBF721}" type="presParOf" srcId="{6C6096BD-9ACF-4117-B86A-C3C9097D06E3}" destId="{A109EB96-840A-4183-B6E6-98930194ABA1}" srcOrd="1" destOrd="0" presId="urn:microsoft.com/office/officeart/2005/8/layout/bProcess4"/>
    <dgm:cxn modelId="{9711ECE3-6431-4C00-96C9-6C88A13261A5}" type="presParOf" srcId="{6C6096BD-9ACF-4117-B86A-C3C9097D06E3}" destId="{26130D50-FA9E-4864-AEC8-E1AD0EE96482}" srcOrd="2" destOrd="0" presId="urn:microsoft.com/office/officeart/2005/8/layout/bProcess4"/>
    <dgm:cxn modelId="{6E8F10EB-CDF2-4DA4-B05F-4CA64517A2B2}" type="presParOf" srcId="{26130D50-FA9E-4864-AEC8-E1AD0EE96482}" destId="{80713B41-D411-4F49-9AFB-099CCC355AC2}" srcOrd="0" destOrd="0" presId="urn:microsoft.com/office/officeart/2005/8/layout/bProcess4"/>
    <dgm:cxn modelId="{4365B44D-5F28-4E40-A828-944491481EB1}" type="presParOf" srcId="{26130D50-FA9E-4864-AEC8-E1AD0EE96482}" destId="{8F7316F3-45F3-4D74-8284-AAA795118482}" srcOrd="1" destOrd="0" presId="urn:microsoft.com/office/officeart/2005/8/layout/bProcess4"/>
    <dgm:cxn modelId="{5E430AB9-0E48-4C17-84A2-831EDFD4F1D3}" type="presParOf" srcId="{6C6096BD-9ACF-4117-B86A-C3C9097D06E3}" destId="{C7B1DB8D-7EDF-4278-A003-5B7496311FB5}" srcOrd="3" destOrd="0" presId="urn:microsoft.com/office/officeart/2005/8/layout/bProcess4"/>
    <dgm:cxn modelId="{C34B9DB5-2F2D-432D-92AF-FC0B4A2CDF67}" type="presParOf" srcId="{6C6096BD-9ACF-4117-B86A-C3C9097D06E3}" destId="{EAE8C8A0-0BA5-439D-BB6F-FA07B484128A}" srcOrd="4" destOrd="0" presId="urn:microsoft.com/office/officeart/2005/8/layout/bProcess4"/>
    <dgm:cxn modelId="{46A0E0B2-BF2E-419E-B313-0EC11DA2F636}" type="presParOf" srcId="{EAE8C8A0-0BA5-439D-BB6F-FA07B484128A}" destId="{E530614A-7B18-49E6-B69C-1D2D3EB8AC52}" srcOrd="0" destOrd="0" presId="urn:microsoft.com/office/officeart/2005/8/layout/bProcess4"/>
    <dgm:cxn modelId="{C5A3A368-E727-49CD-9C19-AEBB60021C3C}" type="presParOf" srcId="{EAE8C8A0-0BA5-439D-BB6F-FA07B484128A}" destId="{26995083-B958-4660-8BCC-490E421D652B}" srcOrd="1" destOrd="0" presId="urn:microsoft.com/office/officeart/2005/8/layout/bProcess4"/>
    <dgm:cxn modelId="{3E436607-9ED6-429B-9431-3F2E397932F8}" type="presParOf" srcId="{6C6096BD-9ACF-4117-B86A-C3C9097D06E3}" destId="{ECF3C75E-519C-4814-AF88-B7FB0FF9A3AA}" srcOrd="5" destOrd="0" presId="urn:microsoft.com/office/officeart/2005/8/layout/bProcess4"/>
    <dgm:cxn modelId="{82DA7BE6-C63C-40F6-9D26-2C76BF0ED7D4}" type="presParOf" srcId="{6C6096BD-9ACF-4117-B86A-C3C9097D06E3}" destId="{8586B78A-54D5-4942-8DE8-0E61812BA62B}" srcOrd="6" destOrd="0" presId="urn:microsoft.com/office/officeart/2005/8/layout/bProcess4"/>
    <dgm:cxn modelId="{B2EA6F6C-E66E-4FF6-AF06-81B7A1021F33}" type="presParOf" srcId="{8586B78A-54D5-4942-8DE8-0E61812BA62B}" destId="{8ED2826B-085B-4E06-8A01-4A03CA7C1B58}" srcOrd="0" destOrd="0" presId="urn:microsoft.com/office/officeart/2005/8/layout/bProcess4"/>
    <dgm:cxn modelId="{9D91A01C-DD3B-4B4C-A3F6-17905FDAE8C6}" type="presParOf" srcId="{8586B78A-54D5-4942-8DE8-0E61812BA62B}" destId="{3E72B1CE-344C-44F8-96C3-3444EA62039D}" srcOrd="1" destOrd="0" presId="urn:microsoft.com/office/officeart/2005/8/layout/bProcess4"/>
    <dgm:cxn modelId="{370779B4-6EBE-47EF-9B72-8D80E4110C89}" type="presParOf" srcId="{6C6096BD-9ACF-4117-B86A-C3C9097D06E3}" destId="{46B05270-523E-4AA2-981D-9F23A517D4FF}" srcOrd="7" destOrd="0" presId="urn:microsoft.com/office/officeart/2005/8/layout/bProcess4"/>
    <dgm:cxn modelId="{936A0DFA-BCF7-4132-BB1A-A8C6EB606AD1}" type="presParOf" srcId="{6C6096BD-9ACF-4117-B86A-C3C9097D06E3}" destId="{38425EC7-7965-40FE-81B6-79E80DB8854A}" srcOrd="8" destOrd="0" presId="urn:microsoft.com/office/officeart/2005/8/layout/bProcess4"/>
    <dgm:cxn modelId="{A05F3D10-1E75-42CF-96AB-5B417E25818A}" type="presParOf" srcId="{38425EC7-7965-40FE-81B6-79E80DB8854A}" destId="{DD9807E3-5D15-44F2-99DE-65C97775830A}" srcOrd="0" destOrd="0" presId="urn:microsoft.com/office/officeart/2005/8/layout/bProcess4"/>
    <dgm:cxn modelId="{AAE2C70A-7D18-419C-9FA6-2C8D197DCF50}" type="presParOf" srcId="{38425EC7-7965-40FE-81B6-79E80DB8854A}" destId="{E6DEB935-261C-4B7E-9950-6E16469B30DB}" srcOrd="1" destOrd="0" presId="urn:microsoft.com/office/officeart/2005/8/layout/bProcess4"/>
    <dgm:cxn modelId="{C3405CA3-DEC3-42C5-A5B9-622A673B6557}" type="presParOf" srcId="{6C6096BD-9ACF-4117-B86A-C3C9097D06E3}" destId="{3FFF63AB-3C14-44D2-8275-2E9A5463F839}" srcOrd="9" destOrd="0" presId="urn:microsoft.com/office/officeart/2005/8/layout/bProcess4"/>
    <dgm:cxn modelId="{79040B32-BFB7-413F-8722-2AF6D5FF20C8}" type="presParOf" srcId="{6C6096BD-9ACF-4117-B86A-C3C9097D06E3}" destId="{1FAD8E0A-414B-4E5B-BA4B-76E4EDFC38D3}" srcOrd="10" destOrd="0" presId="urn:microsoft.com/office/officeart/2005/8/layout/bProcess4"/>
    <dgm:cxn modelId="{A48FFA54-B35D-44B6-9EC9-E238D73A6FCE}" type="presParOf" srcId="{1FAD8E0A-414B-4E5B-BA4B-76E4EDFC38D3}" destId="{FAD2BA1A-16E4-44F2-81D3-76E8AFDA8576}" srcOrd="0" destOrd="0" presId="urn:microsoft.com/office/officeart/2005/8/layout/bProcess4"/>
    <dgm:cxn modelId="{85F9BE41-1DDB-4CCD-BE4E-EF5FEB6A17C7}" type="presParOf" srcId="{1FAD8E0A-414B-4E5B-BA4B-76E4EDFC38D3}" destId="{F358E426-910D-4460-99CC-A61B994629E0}" srcOrd="1" destOrd="0" presId="urn:microsoft.com/office/officeart/2005/8/layout/bProcess4"/>
    <dgm:cxn modelId="{ACBE418C-C955-4CDE-9D0B-D87E890CF191}" type="presParOf" srcId="{6C6096BD-9ACF-4117-B86A-C3C9097D06E3}" destId="{099B257B-1B9C-44AD-9830-1970EA564171}" srcOrd="11" destOrd="0" presId="urn:microsoft.com/office/officeart/2005/8/layout/bProcess4"/>
    <dgm:cxn modelId="{EA147DA9-CCB1-4A5B-9CD2-5C7C9E830A05}" type="presParOf" srcId="{6C6096BD-9ACF-4117-B86A-C3C9097D06E3}" destId="{A623EF0C-CF53-4D62-A49C-2567960ECB94}" srcOrd="12" destOrd="0" presId="urn:microsoft.com/office/officeart/2005/8/layout/bProcess4"/>
    <dgm:cxn modelId="{C5C1A133-A7AB-4588-9212-53B4E821D68B}" type="presParOf" srcId="{A623EF0C-CF53-4D62-A49C-2567960ECB94}" destId="{72F5F2AE-1AF9-4B25-B152-773A7B5E64BA}" srcOrd="0" destOrd="0" presId="urn:microsoft.com/office/officeart/2005/8/layout/bProcess4"/>
    <dgm:cxn modelId="{A63653B0-D911-48C0-936A-EB19169FF1FB}" type="presParOf" srcId="{A623EF0C-CF53-4D62-A49C-2567960ECB94}" destId="{C7F44125-4D54-4E20-9C92-C5B691FE352C}" srcOrd="1" destOrd="0" presId="urn:microsoft.com/office/officeart/2005/8/layout/bProcess4"/>
    <dgm:cxn modelId="{68451749-36E8-4BBA-A53E-BBC526D0A855}" type="presParOf" srcId="{6C6096BD-9ACF-4117-B86A-C3C9097D06E3}" destId="{6932DC1E-7BF1-4DEC-81CC-57DA027C550F}" srcOrd="13" destOrd="0" presId="urn:microsoft.com/office/officeart/2005/8/layout/bProcess4"/>
    <dgm:cxn modelId="{0044A67F-A98C-4975-A4F8-08B3756BD006}" type="presParOf" srcId="{6C6096BD-9ACF-4117-B86A-C3C9097D06E3}" destId="{F41FBB9E-8AF1-42B0-83B9-6C080EB57BCE}" srcOrd="14" destOrd="0" presId="urn:microsoft.com/office/officeart/2005/8/layout/bProcess4"/>
    <dgm:cxn modelId="{2B1917E5-491C-4CDA-AE6A-704D19E05808}" type="presParOf" srcId="{F41FBB9E-8AF1-42B0-83B9-6C080EB57BCE}" destId="{A6B4EB85-603E-40AD-8F48-37BDF690C523}" srcOrd="0" destOrd="0" presId="urn:microsoft.com/office/officeart/2005/8/layout/bProcess4"/>
    <dgm:cxn modelId="{97FD1D24-9449-4562-B53D-7B2D7F1C309A}" type="presParOf" srcId="{F41FBB9E-8AF1-42B0-83B9-6C080EB57BCE}" destId="{BBFFE02D-C4AD-4C71-ADFA-7706AF58D689}" srcOrd="1" destOrd="0" presId="urn:microsoft.com/office/officeart/2005/8/layout/bProcess4"/>
    <dgm:cxn modelId="{B64F0F89-0444-4DC3-BDA9-6337A8818A7F}" type="presParOf" srcId="{6C6096BD-9ACF-4117-B86A-C3C9097D06E3}" destId="{29216413-9846-4F0F-86BA-6FE37AAFB972}" srcOrd="15" destOrd="0" presId="urn:microsoft.com/office/officeart/2005/8/layout/bProcess4"/>
    <dgm:cxn modelId="{407798E2-DE8A-4157-85D6-4869098892D0}" type="presParOf" srcId="{6C6096BD-9ACF-4117-B86A-C3C9097D06E3}" destId="{095BB924-2764-4395-B879-9839254F5DF1}" srcOrd="16" destOrd="0" presId="urn:microsoft.com/office/officeart/2005/8/layout/bProcess4"/>
    <dgm:cxn modelId="{8CB07A17-F8E0-4436-9CF4-FBD66E8C7341}" type="presParOf" srcId="{095BB924-2764-4395-B879-9839254F5DF1}" destId="{9B4B107C-76AB-46B4-B9BE-8BF82B57B2BE}" srcOrd="0" destOrd="0" presId="urn:microsoft.com/office/officeart/2005/8/layout/bProcess4"/>
    <dgm:cxn modelId="{05D3D852-2B5E-44C4-B8D4-E289A042E904}" type="presParOf" srcId="{095BB924-2764-4395-B879-9839254F5DF1}" destId="{D8AD6609-5627-4FCF-91E0-464B8D186CB9}" srcOrd="1" destOrd="0" presId="urn:microsoft.com/office/officeart/2005/8/layout/bProcess4"/>
    <dgm:cxn modelId="{54ED2B5D-EFC5-47F6-BB6F-6F0AFDEC0E2D}" type="presParOf" srcId="{6C6096BD-9ACF-4117-B86A-C3C9097D06E3}" destId="{9E26D1D4-2972-4968-87F9-D5BD893A796B}" srcOrd="17" destOrd="0" presId="urn:microsoft.com/office/officeart/2005/8/layout/bProcess4"/>
    <dgm:cxn modelId="{B9080722-C990-4C33-A146-8E534886BB95}" type="presParOf" srcId="{6C6096BD-9ACF-4117-B86A-C3C9097D06E3}" destId="{6BEADF26-8AE6-4CB9-BFD9-FE49F2AA5345}" srcOrd="18" destOrd="0" presId="urn:microsoft.com/office/officeart/2005/8/layout/bProcess4"/>
    <dgm:cxn modelId="{8A18F48F-51AB-4B8C-9FBC-E347BAA20C04}" type="presParOf" srcId="{6BEADF26-8AE6-4CB9-BFD9-FE49F2AA5345}" destId="{14EC8299-5302-4915-AABC-919CAEA3BE3F}" srcOrd="0" destOrd="0" presId="urn:microsoft.com/office/officeart/2005/8/layout/bProcess4"/>
    <dgm:cxn modelId="{7527BADA-DD3B-4299-9B71-9C62B60CD2CD}" type="presParOf" srcId="{6BEADF26-8AE6-4CB9-BFD9-FE49F2AA5345}" destId="{3B847EF3-97A7-4656-9822-A8313E48D99D}" srcOrd="1" destOrd="0" presId="urn:microsoft.com/office/officeart/2005/8/layout/bProcess4"/>
    <dgm:cxn modelId="{847B0829-DF6B-4036-83EB-184AE4CF03CC}" type="presParOf" srcId="{6C6096BD-9ACF-4117-B86A-C3C9097D06E3}" destId="{3B106851-ADD4-4FCE-921B-5E5920568A52}" srcOrd="19" destOrd="0" presId="urn:microsoft.com/office/officeart/2005/8/layout/bProcess4"/>
    <dgm:cxn modelId="{D986E0EF-F191-4206-8731-93157DC58071}" type="presParOf" srcId="{6C6096BD-9ACF-4117-B86A-C3C9097D06E3}" destId="{AFC2F4EE-44C0-49C3-A748-29B70D04B873}" srcOrd="20" destOrd="0" presId="urn:microsoft.com/office/officeart/2005/8/layout/bProcess4"/>
    <dgm:cxn modelId="{86507CDD-1434-46F1-B87F-B8328F685B57}" type="presParOf" srcId="{AFC2F4EE-44C0-49C3-A748-29B70D04B873}" destId="{F1D766C5-156C-41CD-91A5-9A72276BE7E1}" srcOrd="0" destOrd="0" presId="urn:microsoft.com/office/officeart/2005/8/layout/bProcess4"/>
    <dgm:cxn modelId="{E2B0B319-6BB5-4887-881F-D71C1AABFF16}" type="presParOf" srcId="{AFC2F4EE-44C0-49C3-A748-29B70D04B873}" destId="{321B4169-09B6-45BC-BA8E-D3836739B3B5}" srcOrd="1" destOrd="0" presId="urn:microsoft.com/office/officeart/2005/8/layout/bProcess4"/>
    <dgm:cxn modelId="{C8C39369-F948-431D-856E-36FEBA6F8F09}" type="presParOf" srcId="{6C6096BD-9ACF-4117-B86A-C3C9097D06E3}" destId="{25E87A69-E9F1-43F3-94D4-BD8E457FE785}" srcOrd="21" destOrd="0" presId="urn:microsoft.com/office/officeart/2005/8/layout/bProcess4"/>
    <dgm:cxn modelId="{55A82918-79BB-406D-8814-116F3C6C159E}" type="presParOf" srcId="{6C6096BD-9ACF-4117-B86A-C3C9097D06E3}" destId="{4CB72296-142A-4410-9F9F-ED0040E18D22}" srcOrd="22" destOrd="0" presId="urn:microsoft.com/office/officeart/2005/8/layout/bProcess4"/>
    <dgm:cxn modelId="{AF2457A5-AD9A-45B8-90AF-942F07CC6DD5}" type="presParOf" srcId="{4CB72296-142A-4410-9F9F-ED0040E18D22}" destId="{70BD6A60-E331-471B-A976-D0F74C4BBDA6}" srcOrd="0" destOrd="0" presId="urn:microsoft.com/office/officeart/2005/8/layout/bProcess4"/>
    <dgm:cxn modelId="{24AAFACE-99F9-45A2-BC96-7EA18192D24A}" type="presParOf" srcId="{4CB72296-142A-4410-9F9F-ED0040E18D22}" destId="{98269DCC-21AE-4D7D-B6D8-B424B9EEB0AD}"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09EB96-840A-4183-B6E6-98930194ABA1}">
      <dsp:nvSpPr>
        <dsp:cNvPr id="0" name=""/>
        <dsp:cNvSpPr/>
      </dsp:nvSpPr>
      <dsp:spPr>
        <a:xfrm rot="5400000">
          <a:off x="126242"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0D9E13-8E19-48A2-B674-29A16F76BBF9}">
      <dsp:nvSpPr>
        <dsp:cNvPr id="0" name=""/>
        <dsp:cNvSpPr/>
      </dsp:nvSpPr>
      <dsp:spPr>
        <a:xfrm>
          <a:off x="463087"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latin typeface="Arial" panose="020B0604020202020204"/>
            </a:rPr>
            <a:t>Data Splitting</a:t>
          </a:r>
        </a:p>
      </dsp:txBody>
      <dsp:txXfrm>
        <a:off x="497788" y="35460"/>
        <a:ext cx="1905249" cy="1115388"/>
      </dsp:txXfrm>
    </dsp:sp>
    <dsp:sp modelId="{C7B1DB8D-7EDF-4278-A003-5B7496311FB5}">
      <dsp:nvSpPr>
        <dsp:cNvPr id="0" name=""/>
        <dsp:cNvSpPr/>
      </dsp:nvSpPr>
      <dsp:spPr>
        <a:xfrm rot="5400000">
          <a:off x="126242"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7316F3-45F3-4D74-8284-AAA795118482}">
      <dsp:nvSpPr>
        <dsp:cNvPr id="0" name=""/>
        <dsp:cNvSpPr/>
      </dsp:nvSpPr>
      <dsp:spPr>
        <a:xfrm>
          <a:off x="463087"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Cross validation</a:t>
          </a:r>
        </a:p>
      </dsp:txBody>
      <dsp:txXfrm>
        <a:off x="497788" y="1516448"/>
        <a:ext cx="1905249" cy="1115388"/>
      </dsp:txXfrm>
    </dsp:sp>
    <dsp:sp modelId="{ECF3C75E-519C-4814-AF88-B7FB0FF9A3AA}">
      <dsp:nvSpPr>
        <dsp:cNvPr id="0" name=""/>
        <dsp:cNvSpPr/>
      </dsp:nvSpPr>
      <dsp:spPr>
        <a:xfrm rot="5400000">
          <a:off x="126242"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6995083-B958-4660-8BCC-490E421D652B}">
      <dsp:nvSpPr>
        <dsp:cNvPr id="0" name=""/>
        <dsp:cNvSpPr/>
      </dsp:nvSpPr>
      <dsp:spPr>
        <a:xfrm>
          <a:off x="463087"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Hyper-parameter </a:t>
          </a:r>
          <a:r>
            <a:rPr lang="en-US" sz="1900" kern="1200" dirty="0" err="1">
              <a:latin typeface="Arial" panose="020B0604020202020204"/>
            </a:rPr>
            <a:t>optimisation</a:t>
          </a:r>
        </a:p>
      </dsp:txBody>
      <dsp:txXfrm>
        <a:off x="497788" y="2997437"/>
        <a:ext cx="1905249" cy="1115388"/>
      </dsp:txXfrm>
    </dsp:sp>
    <dsp:sp modelId="{46B05270-523E-4AA2-981D-9F23A517D4FF}">
      <dsp:nvSpPr>
        <dsp:cNvPr id="0" name=""/>
        <dsp:cNvSpPr/>
      </dsp:nvSpPr>
      <dsp:spPr>
        <a:xfrm>
          <a:off x="866736" y="4645549"/>
          <a:ext cx="2617567"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72B1CE-344C-44F8-96C3-3444EA62039D}">
      <dsp:nvSpPr>
        <dsp:cNvPr id="0" name=""/>
        <dsp:cNvSpPr/>
      </dsp:nvSpPr>
      <dsp:spPr>
        <a:xfrm>
          <a:off x="463087"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Stacking ensemble</a:t>
          </a:r>
        </a:p>
      </dsp:txBody>
      <dsp:txXfrm>
        <a:off x="497788" y="4478426"/>
        <a:ext cx="1905249" cy="1115388"/>
      </dsp:txXfrm>
    </dsp:sp>
    <dsp:sp modelId="{3FFF63AB-3C14-44D2-8275-2E9A5463F839}">
      <dsp:nvSpPr>
        <dsp:cNvPr id="0" name=""/>
        <dsp:cNvSpPr/>
      </dsp:nvSpPr>
      <dsp:spPr>
        <a:xfrm rot="16200000">
          <a:off x="2752528"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DEB935-261C-4B7E-9950-6E16469B30DB}">
      <dsp:nvSpPr>
        <dsp:cNvPr id="0" name=""/>
        <dsp:cNvSpPr/>
      </dsp:nvSpPr>
      <dsp:spPr>
        <a:xfrm>
          <a:off x="3089374"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Uncertainty Quantification</a:t>
          </a:r>
        </a:p>
      </dsp:txBody>
      <dsp:txXfrm>
        <a:off x="3124075" y="4478426"/>
        <a:ext cx="1905249" cy="1115388"/>
      </dsp:txXfrm>
    </dsp:sp>
    <dsp:sp modelId="{099B257B-1B9C-44AD-9830-1970EA564171}">
      <dsp:nvSpPr>
        <dsp:cNvPr id="0" name=""/>
        <dsp:cNvSpPr/>
      </dsp:nvSpPr>
      <dsp:spPr>
        <a:xfrm rot="16200000">
          <a:off x="2752528"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58E426-910D-4460-99CC-A61B994629E0}">
      <dsp:nvSpPr>
        <dsp:cNvPr id="0" name=""/>
        <dsp:cNvSpPr/>
      </dsp:nvSpPr>
      <dsp:spPr>
        <a:xfrm>
          <a:off x="3089374"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Model Interpretation</a:t>
          </a:r>
        </a:p>
      </dsp:txBody>
      <dsp:txXfrm>
        <a:off x="3124075" y="2997437"/>
        <a:ext cx="1905249" cy="1115388"/>
      </dsp:txXfrm>
    </dsp:sp>
    <dsp:sp modelId="{6932DC1E-7BF1-4DEC-81CC-57DA027C550F}">
      <dsp:nvSpPr>
        <dsp:cNvPr id="0" name=""/>
        <dsp:cNvSpPr/>
      </dsp:nvSpPr>
      <dsp:spPr>
        <a:xfrm rot="16200000">
          <a:off x="2752528"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F44125-4D54-4E20-9C92-C5B691FE352C}">
      <dsp:nvSpPr>
        <dsp:cNvPr id="0" name=""/>
        <dsp:cNvSpPr/>
      </dsp:nvSpPr>
      <dsp:spPr>
        <a:xfrm>
          <a:off x="3089374"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Partial Dependence</a:t>
          </a:r>
        </a:p>
      </dsp:txBody>
      <dsp:txXfrm>
        <a:off x="3124075" y="1516448"/>
        <a:ext cx="1905249" cy="1115388"/>
      </dsp:txXfrm>
    </dsp:sp>
    <dsp:sp modelId="{29216413-9846-4F0F-86BA-6FE37AAFB972}">
      <dsp:nvSpPr>
        <dsp:cNvPr id="0" name=""/>
        <dsp:cNvSpPr/>
      </dsp:nvSpPr>
      <dsp:spPr>
        <a:xfrm>
          <a:off x="3493023" y="202583"/>
          <a:ext cx="2617567"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BFFE02D-C4AD-4C71-ADFA-7706AF58D689}">
      <dsp:nvSpPr>
        <dsp:cNvPr id="0" name=""/>
        <dsp:cNvSpPr/>
      </dsp:nvSpPr>
      <dsp:spPr>
        <a:xfrm>
          <a:off x="3089374"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Residuals</a:t>
          </a:r>
        </a:p>
      </dsp:txBody>
      <dsp:txXfrm>
        <a:off x="3124075" y="35460"/>
        <a:ext cx="1905249" cy="1115388"/>
      </dsp:txXfrm>
    </dsp:sp>
    <dsp:sp modelId="{9E26D1D4-2972-4968-87F9-D5BD893A796B}">
      <dsp:nvSpPr>
        <dsp:cNvPr id="0" name=""/>
        <dsp:cNvSpPr/>
      </dsp:nvSpPr>
      <dsp:spPr>
        <a:xfrm rot="5400000">
          <a:off x="5378815"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D6609-5627-4FCF-91E0-464B8D186CB9}">
      <dsp:nvSpPr>
        <dsp:cNvPr id="0" name=""/>
        <dsp:cNvSpPr/>
      </dsp:nvSpPr>
      <dsp:spPr>
        <a:xfrm>
          <a:off x="5715660"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Model versioning, sharing, and deployment</a:t>
          </a:r>
        </a:p>
      </dsp:txBody>
      <dsp:txXfrm>
        <a:off x="5750361" y="35460"/>
        <a:ext cx="1905249" cy="1115388"/>
      </dsp:txXfrm>
    </dsp:sp>
    <dsp:sp modelId="{3B106851-ADD4-4FCE-921B-5E5920568A52}">
      <dsp:nvSpPr>
        <dsp:cNvPr id="0" name=""/>
        <dsp:cNvSpPr/>
      </dsp:nvSpPr>
      <dsp:spPr>
        <a:xfrm rot="5400000">
          <a:off x="5378815"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47EF3-97A7-4656-9822-A8313E48D99D}">
      <dsp:nvSpPr>
        <dsp:cNvPr id="0" name=""/>
        <dsp:cNvSpPr/>
      </dsp:nvSpPr>
      <dsp:spPr>
        <a:xfrm>
          <a:off x="5715660"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Arial" panose="020B0604020202020204"/>
            </a:rPr>
            <a:t>Model cards</a:t>
          </a:r>
        </a:p>
      </dsp:txBody>
      <dsp:txXfrm>
        <a:off x="5750361" y="1516448"/>
        <a:ext cx="1905249" cy="1115388"/>
      </dsp:txXfrm>
    </dsp:sp>
    <dsp:sp modelId="{25E87A69-E9F1-43F3-94D4-BD8E457FE785}">
      <dsp:nvSpPr>
        <dsp:cNvPr id="0" name=""/>
        <dsp:cNvSpPr/>
      </dsp:nvSpPr>
      <dsp:spPr>
        <a:xfrm rot="5400000">
          <a:off x="5378815"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1B4169-09B6-45BC-BA8E-D3836739B3B5}">
      <dsp:nvSpPr>
        <dsp:cNvPr id="0" name=""/>
        <dsp:cNvSpPr/>
      </dsp:nvSpPr>
      <dsp:spPr>
        <a:xfrm>
          <a:off x="5715660"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err="1">
              <a:latin typeface="Arial" panose="020B0604020202020204"/>
            </a:rPr>
            <a:t>Containerisation</a:t>
          </a:r>
        </a:p>
      </dsp:txBody>
      <dsp:txXfrm>
        <a:off x="5750361" y="2997437"/>
        <a:ext cx="1905249" cy="1115388"/>
      </dsp:txXfrm>
    </dsp:sp>
    <dsp:sp modelId="{98269DCC-21AE-4D7D-B6D8-B424B9EEB0AD}">
      <dsp:nvSpPr>
        <dsp:cNvPr id="0" name=""/>
        <dsp:cNvSpPr/>
      </dsp:nvSpPr>
      <dsp:spPr>
        <a:xfrm>
          <a:off x="5715660"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latin typeface="Arial" panose="020B0604020202020204"/>
            </a:rPr>
            <a:t>Deployment on Kubernetes</a:t>
          </a:r>
        </a:p>
      </dsp:txBody>
      <dsp:txXfrm>
        <a:off x="5750361" y="4478426"/>
        <a:ext cx="1905249" cy="111538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150CB7-61A5-0240-AADD-DF1C6BB0022F}"/>
              </a:ext>
            </a:extLst>
          </p:cNvPr>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E1AAA1-237C-7246-B3BD-6F1DBA2BD0B5}"/>
              </a:ext>
            </a:extLst>
          </p:cNvPr>
          <p:cNvSpPr>
            <a:spLocks noGrp="1"/>
          </p:cNvSpPr>
          <p:nvPr>
            <p:ph type="dt" sz="quarter" idx="1"/>
          </p:nvPr>
        </p:nvSpPr>
        <p:spPr>
          <a:xfrm>
            <a:off x="4008438" y="0"/>
            <a:ext cx="3067050" cy="469900"/>
          </a:xfrm>
          <a:prstGeom prst="rect">
            <a:avLst/>
          </a:prstGeom>
        </p:spPr>
        <p:txBody>
          <a:bodyPr vert="horz" lIns="91440" tIns="45720" rIns="91440" bIns="45720" rtlCol="0"/>
          <a:lstStyle>
            <a:lvl1pPr algn="r">
              <a:defRPr sz="1200"/>
            </a:lvl1pPr>
          </a:lstStyle>
          <a:p>
            <a:fld id="{8F0ED35F-05B1-0044-B9A7-717346114B76}" type="datetimeFigureOut">
              <a:rPr lang="en-US" smtClean="0"/>
              <a:t>10/5/2025</a:t>
            </a:fld>
            <a:endParaRPr lang="en-US"/>
          </a:p>
        </p:txBody>
      </p:sp>
      <p:sp>
        <p:nvSpPr>
          <p:cNvPr id="4" name="Footer Placeholder 3">
            <a:extLst>
              <a:ext uri="{FF2B5EF4-FFF2-40B4-BE49-F238E27FC236}">
                <a16:creationId xmlns:a16="http://schemas.microsoft.com/office/drawing/2014/main" id="{C503792A-B2CE-9842-8C57-2C38E3A5222B}"/>
              </a:ext>
            </a:extLst>
          </p:cNvPr>
          <p:cNvSpPr>
            <a:spLocks noGrp="1"/>
          </p:cNvSpPr>
          <p:nvPr>
            <p:ph type="ftr" sz="quarter" idx="2"/>
          </p:nvPr>
        </p:nvSpPr>
        <p:spPr>
          <a:xfrm>
            <a:off x="0" y="8893175"/>
            <a:ext cx="3067050"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A61433-D49F-724D-8E5F-D366C55CD96C}"/>
              </a:ext>
            </a:extLst>
          </p:cNvPr>
          <p:cNvSpPr>
            <a:spLocks noGrp="1"/>
          </p:cNvSpPr>
          <p:nvPr>
            <p:ph type="sldNum" sz="quarter" idx="3"/>
          </p:nvPr>
        </p:nvSpPr>
        <p:spPr>
          <a:xfrm>
            <a:off x="4008438" y="8893175"/>
            <a:ext cx="3067050" cy="469900"/>
          </a:xfrm>
          <a:prstGeom prst="rect">
            <a:avLst/>
          </a:prstGeom>
        </p:spPr>
        <p:txBody>
          <a:bodyPr vert="horz" lIns="91440" tIns="45720" rIns="91440" bIns="45720" rtlCol="0" anchor="b"/>
          <a:lstStyle>
            <a:lvl1pPr algn="r">
              <a:defRPr sz="1200"/>
            </a:lvl1pPr>
          </a:lstStyle>
          <a:p>
            <a:fld id="{782548CB-9B50-5540-96FA-96E79E28CB18}" type="slidenum">
              <a:rPr lang="en-US" smtClean="0"/>
              <a:t>‹#›</a:t>
            </a:fld>
            <a:endParaRPr lang="en-US"/>
          </a:p>
        </p:txBody>
      </p:sp>
    </p:spTree>
    <p:extLst>
      <p:ext uri="{BB962C8B-B14F-4D97-AF65-F5344CB8AC3E}">
        <p14:creationId xmlns:p14="http://schemas.microsoft.com/office/powerpoint/2010/main" val="2443573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vl1pPr>
          </a:lstStyle>
          <a:p>
            <a:endParaRPr lang="en-NZ" noProof="0"/>
          </a:p>
        </p:txBody>
      </p:sp>
      <p:sp>
        <p:nvSpPr>
          <p:cNvPr id="3" name="Date Placeholder 2"/>
          <p:cNvSpPr>
            <a:spLocks noGrp="1"/>
          </p:cNvSpPr>
          <p:nvPr>
            <p:ph type="dt" idx="1"/>
          </p:nvPr>
        </p:nvSpPr>
        <p:spPr>
          <a:xfrm>
            <a:off x="4008438" y="0"/>
            <a:ext cx="3067050" cy="469900"/>
          </a:xfrm>
          <a:prstGeom prst="rect">
            <a:avLst/>
          </a:prstGeom>
        </p:spPr>
        <p:txBody>
          <a:bodyPr vert="horz" lIns="91440" tIns="45720" rIns="91440" bIns="45720" rtlCol="0"/>
          <a:lstStyle>
            <a:lvl1pPr algn="r">
              <a:defRPr sz="1200"/>
            </a:lvl1pPr>
          </a:lstStyle>
          <a:p>
            <a:fld id="{559B22EF-880C-E041-8E18-49BF03F19898}" type="datetimeFigureOut">
              <a:rPr lang="en-NZ" smtClean="0"/>
              <a:t>5/10/2025</a:t>
            </a:fld>
            <a:endParaRPr lang="en-NZ"/>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708025" y="4505325"/>
            <a:ext cx="5661025" cy="3687763"/>
          </a:xfrm>
          <a:prstGeom prst="rect">
            <a:avLst/>
          </a:prstGeom>
        </p:spPr>
        <p:txBody>
          <a:bodyPr vert="horz" lIns="91440" tIns="45720" rIns="91440" bIns="45720" rtlCol="0"/>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p:cNvSpPr>
            <a:spLocks noGrp="1"/>
          </p:cNvSpPr>
          <p:nvPr>
            <p:ph type="ftr" sz="quarter" idx="4"/>
          </p:nvPr>
        </p:nvSpPr>
        <p:spPr>
          <a:xfrm>
            <a:off x="0" y="8893175"/>
            <a:ext cx="3067050" cy="469900"/>
          </a:xfrm>
          <a:prstGeom prst="rect">
            <a:avLst/>
          </a:prstGeom>
        </p:spPr>
        <p:txBody>
          <a:bodyPr vert="horz" lIns="91440" tIns="45720" rIns="91440" bIns="45720" rtlCol="0" anchor="b"/>
          <a:lstStyle>
            <a:lvl1pPr algn="l">
              <a:defRPr sz="1200"/>
            </a:lvl1pPr>
          </a:lstStyle>
          <a:p>
            <a:endParaRPr lang="en-NZ" noProof="0"/>
          </a:p>
        </p:txBody>
      </p:sp>
      <p:sp>
        <p:nvSpPr>
          <p:cNvPr id="7" name="Slide Number Placeholder 6"/>
          <p:cNvSpPr>
            <a:spLocks noGrp="1"/>
          </p:cNvSpPr>
          <p:nvPr>
            <p:ph type="sldNum" sz="quarter" idx="5"/>
          </p:nvPr>
        </p:nvSpPr>
        <p:spPr>
          <a:xfrm>
            <a:off x="4008438" y="8893175"/>
            <a:ext cx="3067050" cy="469900"/>
          </a:xfrm>
          <a:prstGeom prst="rect">
            <a:avLst/>
          </a:prstGeom>
        </p:spPr>
        <p:txBody>
          <a:bodyPr vert="horz" lIns="91440" tIns="45720" rIns="91440" bIns="45720" rtlCol="0" anchor="b"/>
          <a:lstStyle>
            <a:lvl1pPr algn="r">
              <a:defRPr sz="1200"/>
            </a:lvl1pPr>
          </a:lstStyle>
          <a:p>
            <a:fld id="{259F9006-CF95-DB4F-84D4-DB2E02F1BCE3}" type="slidenum">
              <a:rPr lang="en-NZ" smtClean="0"/>
              <a:t>‹#›</a:t>
            </a:fld>
            <a:endParaRPr lang="en-NZ"/>
          </a:p>
        </p:txBody>
      </p:sp>
    </p:spTree>
    <p:extLst>
      <p:ext uri="{BB962C8B-B14F-4D97-AF65-F5344CB8AC3E}">
        <p14:creationId xmlns:p14="http://schemas.microsoft.com/office/powerpoint/2010/main" val="1018445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noProof="0"/>
              <a:t>Select one cover option and delete the unused variations.</a:t>
            </a:r>
          </a:p>
          <a:p>
            <a:endParaRPr lang="en-NZ" noProof="0"/>
          </a:p>
        </p:txBody>
      </p:sp>
      <p:sp>
        <p:nvSpPr>
          <p:cNvPr id="4" name="Slide Number Placeholder 3"/>
          <p:cNvSpPr>
            <a:spLocks noGrp="1"/>
          </p:cNvSpPr>
          <p:nvPr>
            <p:ph type="sldNum" sz="quarter" idx="5"/>
          </p:nvPr>
        </p:nvSpPr>
        <p:spPr/>
        <p:txBody>
          <a:bodyPr/>
          <a:lstStyle/>
          <a:p>
            <a:fld id="{259F9006-CF95-DB4F-84D4-DB2E02F1BCE3}" type="slidenum">
              <a:rPr lang="en-US" smtClean="0"/>
              <a:t>1</a:t>
            </a:fld>
            <a:endParaRPr lang="en-US"/>
          </a:p>
        </p:txBody>
      </p:sp>
    </p:spTree>
    <p:extLst>
      <p:ext uri="{BB962C8B-B14F-4D97-AF65-F5344CB8AC3E}">
        <p14:creationId xmlns:p14="http://schemas.microsoft.com/office/powerpoint/2010/main" val="863097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C28C-9667-5E7B-7C74-47D3325FE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35153-C4D6-3D20-A688-F52075B2E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ECFC2-0E7D-E1D2-CBD3-8F83CFFD2E8F}"/>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53B78884-F5FE-CFD2-77C6-8DCE7E432C33}"/>
              </a:ext>
            </a:extLst>
          </p:cNvPr>
          <p:cNvSpPr>
            <a:spLocks noGrp="1"/>
          </p:cNvSpPr>
          <p:nvPr>
            <p:ph type="sldNum" sz="quarter" idx="5"/>
          </p:nvPr>
        </p:nvSpPr>
        <p:spPr/>
        <p:txBody>
          <a:bodyPr/>
          <a:lstStyle/>
          <a:p>
            <a:fld id="{259F9006-CF95-DB4F-84D4-DB2E02F1BCE3}" type="slidenum">
              <a:rPr lang="en-NZ" smtClean="0"/>
              <a:t>2</a:t>
            </a:fld>
            <a:endParaRPr lang="en-NZ"/>
          </a:p>
        </p:txBody>
      </p:sp>
    </p:spTree>
    <p:extLst>
      <p:ext uri="{BB962C8B-B14F-4D97-AF65-F5344CB8AC3E}">
        <p14:creationId xmlns:p14="http://schemas.microsoft.com/office/powerpoint/2010/main" val="3683653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3929-1BBB-757B-5D99-D046F5736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471BF-0A3E-8FB9-D600-10BCBE662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F7475-B5DB-24CB-B936-9E595CCD6CBE}"/>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A6C1AA9A-67E0-3993-95C7-0F4A5A0EB577}"/>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1468754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5E4A-4B31-6ECF-A6AA-3E57A09DC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612B2-6145-703B-68CE-0430842DB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0CADA-9CDB-22D4-EEF9-6799BFEE3C0F}"/>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DC436D07-353F-B7C0-7282-6362DFC5FE10}"/>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639474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3F7E-DB42-B673-6E2F-1CFA16BFA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61818-2C5B-B3EC-8747-260AEB61B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EE808-7F60-599F-21B5-11AA95935DC3}"/>
              </a:ext>
            </a:extLst>
          </p:cNvPr>
          <p:cNvSpPr>
            <a:spLocks noGrp="1"/>
          </p:cNvSpPr>
          <p:nvPr>
            <p:ph type="body" idx="1"/>
          </p:nvPr>
        </p:nvSpPr>
        <p:spPr/>
        <p:txBody>
          <a:bodyPr/>
          <a:lstStyle/>
          <a:p>
            <a:r>
              <a:rPr lang="en-NZ" sz="1200" b="0" i="0" kern="1200">
                <a:solidFill>
                  <a:schemeClr val="tx1"/>
                </a:solidFill>
                <a:effectLst/>
                <a:latin typeface="+mn-lt"/>
                <a:ea typeface="+mn-ea"/>
                <a:cs typeface="+mn-cs"/>
              </a:rPr>
              <a:t>H2O is an open source machine learning platform you can use with R and the h2o package. What makes h2o special compared to caret and </a:t>
            </a:r>
            <a:r>
              <a:rPr lang="en-NZ" sz="1200" b="0" i="0" kern="1200" err="1">
                <a:solidFill>
                  <a:schemeClr val="tx1"/>
                </a:solidFill>
                <a:effectLst/>
                <a:latin typeface="+mn-lt"/>
                <a:ea typeface="+mn-ea"/>
                <a:cs typeface="+mn-cs"/>
              </a:rPr>
              <a:t>mlr</a:t>
            </a:r>
            <a:r>
              <a:rPr lang="en-NZ" sz="1200" b="0" i="0" kern="1200">
                <a:solidFill>
                  <a:schemeClr val="tx1"/>
                </a:solidFill>
                <a:effectLst/>
                <a:latin typeface="+mn-lt"/>
                <a:ea typeface="+mn-ea"/>
                <a:cs typeface="+mn-cs"/>
              </a:rPr>
              <a:t> is that h2o is designed for scalability. This means that the implementations of h2o's machine learning algorithms can be trained on distributed clusters. That's why you need to initiate an h2o cluster with the h2o.init()</a:t>
            </a:r>
            <a:endParaRPr lang="en-NZ">
              <a:ea typeface="Calibri"/>
              <a:cs typeface="Calibri"/>
            </a:endParaRPr>
          </a:p>
        </p:txBody>
      </p:sp>
      <p:sp>
        <p:nvSpPr>
          <p:cNvPr id="4" name="Slide Number Placeholder 3">
            <a:extLst>
              <a:ext uri="{FF2B5EF4-FFF2-40B4-BE49-F238E27FC236}">
                <a16:creationId xmlns:a16="http://schemas.microsoft.com/office/drawing/2014/main" id="{B5BA1D38-4658-95F3-EBA3-35770DFB5E9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981699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7C9C-59FD-FEC3-CE09-CE17A3F6A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A1631-F4E7-C1C2-523E-56046993C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85200-0165-0446-E834-029A14147D21}"/>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5E47C32A-ABA8-A85E-F171-E2E17099953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17962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D426-DE3B-4B6C-51DD-93CFE2574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FB70E-14CC-3925-495A-AFC290471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A7D12-9CF7-680C-94FE-686C2B7FAF11}"/>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AB965245-DED3-877A-7B61-52A3BB30D0D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362275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5339C-CB8B-DD78-47BC-A04D4E0EC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B0668-B51D-615A-02C8-09861DCE9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EC0A8-1734-3954-A628-EB6DD827E8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noProof="0"/>
              <a:t>Select one cover option and delete the unused variations.</a:t>
            </a:r>
          </a:p>
          <a:p>
            <a:endParaRPr lang="en-NZ" noProof="0"/>
          </a:p>
        </p:txBody>
      </p:sp>
      <p:sp>
        <p:nvSpPr>
          <p:cNvPr id="4" name="Slide Number Placeholder 3">
            <a:extLst>
              <a:ext uri="{FF2B5EF4-FFF2-40B4-BE49-F238E27FC236}">
                <a16:creationId xmlns:a16="http://schemas.microsoft.com/office/drawing/2014/main" id="{BCA13E5C-AC74-203B-DA85-9975C3D42570}"/>
              </a:ext>
            </a:extLst>
          </p:cNvPr>
          <p:cNvSpPr>
            <a:spLocks noGrp="1"/>
          </p:cNvSpPr>
          <p:nvPr>
            <p:ph type="sldNum" sz="quarter" idx="5"/>
          </p:nvPr>
        </p:nvSpPr>
        <p:spPr/>
        <p:txBody>
          <a:bodyPr/>
          <a:lstStyle/>
          <a:p>
            <a:fld id="{259F9006-CF95-DB4F-84D4-DB2E02F1BCE3}" type="slidenum">
              <a:rPr lang="en-US" smtClean="0"/>
              <a:t>9</a:t>
            </a:fld>
            <a:endParaRPr lang="en-US"/>
          </a:p>
        </p:txBody>
      </p:sp>
    </p:spTree>
    <p:extLst>
      <p:ext uri="{BB962C8B-B14F-4D97-AF65-F5344CB8AC3E}">
        <p14:creationId xmlns:p14="http://schemas.microsoft.com/office/powerpoint/2010/main" val="294668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24744-900D-4CBC-3D2B-948A634FE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D4CB2-1BF4-5D9D-4292-E9655A5B2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7397A-1914-1483-2D2B-96C7160CAB6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58EF750C-641A-4645-9377-E39F871646AC}"/>
              </a:ext>
            </a:extLst>
          </p:cNvPr>
          <p:cNvSpPr>
            <a:spLocks noGrp="1"/>
          </p:cNvSpPr>
          <p:nvPr>
            <p:ph type="sldNum" sz="quarter" idx="5"/>
          </p:nvPr>
        </p:nvSpPr>
        <p:spPr/>
        <p:txBody>
          <a:bodyPr/>
          <a:lstStyle/>
          <a:p>
            <a:fld id="{259F9006-CF95-DB4F-84D4-DB2E02F1BCE3}" type="slidenum">
              <a:rPr lang="en-NZ" smtClean="0"/>
              <a:t>10</a:t>
            </a:fld>
            <a:endParaRPr lang="en-NZ"/>
          </a:p>
        </p:txBody>
      </p:sp>
    </p:spTree>
    <p:extLst>
      <p:ext uri="{BB962C8B-B14F-4D97-AF65-F5344CB8AC3E}">
        <p14:creationId xmlns:p14="http://schemas.microsoft.com/office/powerpoint/2010/main" val="2447258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BE410-04C3-4683-5978-56ADD8985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E92DB-89FF-7025-AA20-00AFF26929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F119B-A986-4BAF-1123-FF2C93C484B2}"/>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04F34016-14AC-4B0F-93CE-545734B7645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464704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F0D9B-41A2-86B5-8B72-EE9A3CC00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BFD8B-1F31-4194-94B7-BCDB751F5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2C907-EBD2-F7EE-2049-3739A4389A77}"/>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93ED2804-A6A8-E1C0-65AC-241EEA03867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1795013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44A0-7ACD-4FCD-F4F1-6147C1C51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266F4-C178-11F3-EE4C-73BA6F165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9BF0F-5F59-B31A-8A0A-80536AA47D65}"/>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B8CCF66A-D0CE-35C6-16C3-37436A899129}"/>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454731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A25A-2063-893A-4AEA-F8FD1F7F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DF4B0-2595-7550-CA83-7AE07C3CF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E8671-EDD0-6D74-7C09-5CC27F6AECFB}"/>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EA63431F-8CCF-CC12-E9F3-9716214013B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290520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C0E6-E9D1-2A69-8900-8115643FA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FB3A2-C5EA-0AB2-D39B-EA7CE61E0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543D4-C01B-3985-4800-3ABD63641F0D}"/>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3947C77D-DDCD-F7AA-8180-D284BED3164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2730681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59F9006-CF95-DB4F-84D4-DB2E02F1BCE3}" type="slidenum">
              <a:rPr lang="en-NZ" smtClean="0"/>
              <a:t>16</a:t>
            </a:fld>
            <a:endParaRPr lang="en-NZ"/>
          </a:p>
        </p:txBody>
      </p:sp>
    </p:spTree>
    <p:extLst>
      <p:ext uri="{BB962C8B-B14F-4D97-AF65-F5344CB8AC3E}">
        <p14:creationId xmlns:p14="http://schemas.microsoft.com/office/powerpoint/2010/main" val="1948708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noProof="0"/>
          </a:p>
        </p:txBody>
      </p:sp>
      <p:sp>
        <p:nvSpPr>
          <p:cNvPr id="4" name="Slide Number Placeholder 3"/>
          <p:cNvSpPr>
            <a:spLocks noGrp="1"/>
          </p:cNvSpPr>
          <p:nvPr>
            <p:ph type="sldNum" sz="quarter" idx="5"/>
          </p:nvPr>
        </p:nvSpPr>
        <p:spPr/>
        <p:txBody>
          <a:bodyPr/>
          <a:lstStyle/>
          <a:p>
            <a:fld id="{259F9006-CF95-DB4F-84D4-DB2E02F1BCE3}" type="slidenum">
              <a:rPr lang="en-US" smtClean="0"/>
              <a:t>17</a:t>
            </a:fld>
            <a:endParaRPr lang="en-US"/>
          </a:p>
        </p:txBody>
      </p:sp>
    </p:spTree>
    <p:extLst>
      <p:ext uri="{BB962C8B-B14F-4D97-AF65-F5344CB8AC3E}">
        <p14:creationId xmlns:p14="http://schemas.microsoft.com/office/powerpoint/2010/main" val="670530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N-cover ">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1"/>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1">
              <a:lumMod val="40000"/>
              <a:lumOff val="60000"/>
            </a:schemeClr>
          </a:solidFill>
        </p:spPr>
        <p:txBody>
          <a:bodyPr wrap="square" anchor="ctr">
            <a:noAutofit/>
          </a:bodyPr>
          <a:lstStyle>
            <a:lvl1pPr marL="0" indent="0" algn="ctr">
              <a:buNone/>
              <a:defRPr/>
            </a:lvl1pPr>
          </a:lstStyle>
          <a:p>
            <a:r>
              <a:rPr lang="en-NZ" noProof="0"/>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NZ" sz="2400" b="0" i="0" u="none" strike="noStrike" cap="none" normalizeH="0" baseline="0" noProof="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NZ" sz="2400" b="0" i="0" u="none" strike="noStrike" cap="none" normalizeH="0" baseline="0" noProof="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D754DBFC-E783-5551-9AFA-F2140F75DCDC}"/>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1CDF9EAE-8048-49A3-4BD2-E8734BBB5F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5760120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EEN-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1"/>
                </a:solidFill>
              </a:defRPr>
            </a:lvl1pPr>
          </a:lstStyle>
          <a:p>
            <a:r>
              <a:rPr lang="en-US"/>
              <a:t>Click to edit Master title style</a:t>
            </a:r>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1">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64DF3DCF-D76C-14DE-AC6E-6A3D4BC441DD}"/>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B262021-1588-3B13-5E00-F18C2E6D38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420119238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N - Cover + circles x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1"/>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A030F97A-9B5A-7CC9-9BC1-B14CB40BAF19}"/>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F478D46-D27A-5419-51E3-7CEC274350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6876450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12577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NZ"/>
          </a:p>
        </p:txBody>
      </p:sp>
    </p:spTree>
    <p:extLst>
      <p:ext uri="{BB962C8B-B14F-4D97-AF65-F5344CB8AC3E}">
        <p14:creationId xmlns:p14="http://schemas.microsoft.com/office/powerpoint/2010/main" val="3211901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2613570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22405624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1289600561"/>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60672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3508596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450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REEN - Title + Content 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35987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GREEN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969865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39192747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EN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41612855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GREEN - Section break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30724548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GREEN - Section break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1"/>
                </a:solidFill>
              </a:defRPr>
            </a:lvl1pPr>
          </a:lstStyle>
          <a:p>
            <a:r>
              <a:rPr lang="en-NZ" noProof="0"/>
              <a:t>Click to add text</a:t>
            </a:r>
          </a:p>
        </p:txBody>
      </p:sp>
    </p:spTree>
    <p:extLst>
      <p:ext uri="{BB962C8B-B14F-4D97-AF65-F5344CB8AC3E}">
        <p14:creationId xmlns:p14="http://schemas.microsoft.com/office/powerpoint/2010/main" val="8695093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GREEN - Section break 3">
    <p:bg>
      <p:bgPr>
        <a:solidFill>
          <a:srgbClr val="EBF5E8"/>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1869351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EEN - Section break 4">
    <p:bg>
      <p:bgPr>
        <a:solidFill>
          <a:schemeClr val="accent2"/>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1"/>
                </a:solidFill>
              </a:defRPr>
            </a:lvl1pPr>
          </a:lstStyle>
          <a:p>
            <a:r>
              <a:rPr lang="en-NZ" noProof="0"/>
              <a:t>Click to add text</a:t>
            </a:r>
          </a:p>
        </p:txBody>
      </p:sp>
    </p:spTree>
    <p:extLst>
      <p:ext uri="{BB962C8B-B14F-4D97-AF65-F5344CB8AC3E}">
        <p14:creationId xmlns:p14="http://schemas.microsoft.com/office/powerpoint/2010/main" val="2337277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 End slide 1">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63D045-2D7B-774A-8416-440089913B9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68" b="29060"/>
          <a:stretch/>
        </p:blipFill>
        <p:spPr>
          <a:xfrm>
            <a:off x="7121354" y="0"/>
            <a:ext cx="4495800" cy="6858000"/>
          </a:xfrm>
          <a:prstGeom prst="rect">
            <a:avLst/>
          </a:prstGeom>
        </p:spPr>
      </p:pic>
      <p:sp>
        <p:nvSpPr>
          <p:cNvPr id="19" name="Rectangle 18">
            <a:extLst>
              <a:ext uri="{FF2B5EF4-FFF2-40B4-BE49-F238E27FC236}">
                <a16:creationId xmlns:a16="http://schemas.microsoft.com/office/drawing/2014/main" id="{9BA638A1-7CD6-764B-ADC5-9F2C7214497D}"/>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76375450-45AE-C7B1-2520-07BAE43C1852}"/>
              </a:ext>
            </a:extLst>
          </p:cNvPr>
          <p:cNvGrpSpPr/>
          <p:nvPr userDrawn="1"/>
        </p:nvGrpSpPr>
        <p:grpSpPr>
          <a:xfrm>
            <a:off x="2733513" y="5624265"/>
            <a:ext cx="1287128" cy="274320"/>
            <a:chOff x="2733513" y="5624265"/>
            <a:chExt cx="1287128" cy="274320"/>
          </a:xfrm>
        </p:grpSpPr>
        <p:pic>
          <p:nvPicPr>
            <p:cNvPr id="3" name="Picture 2">
              <a:extLst>
                <a:ext uri="{FF2B5EF4-FFF2-40B4-BE49-F238E27FC236}">
                  <a16:creationId xmlns:a16="http://schemas.microsoft.com/office/drawing/2014/main" id="{2F866623-481D-FA26-B676-CE54277E3C0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6" name="Picture 5">
              <a:extLst>
                <a:ext uri="{FF2B5EF4-FFF2-40B4-BE49-F238E27FC236}">
                  <a16:creationId xmlns:a16="http://schemas.microsoft.com/office/drawing/2014/main" id="{6BB7C580-85E3-392C-BA47-EEF42889E1E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TextBox 6">
            <a:extLst>
              <a:ext uri="{FF2B5EF4-FFF2-40B4-BE49-F238E27FC236}">
                <a16:creationId xmlns:a16="http://schemas.microsoft.com/office/drawing/2014/main" id="{4177BDE7-2C35-287D-7C9D-F1326200A3CB}"/>
              </a:ext>
            </a:extLst>
          </p:cNvPr>
          <p:cNvSpPr txBox="1"/>
          <p:nvPr userDrawn="1"/>
        </p:nvSpPr>
        <p:spPr>
          <a:xfrm>
            <a:off x="815999" y="6313635"/>
            <a:ext cx="6172175"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A4B21A83-6956-9E9E-A6A5-8DA6DE0325F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48929644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GREEN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5" name="Picture 4">
            <a:extLst>
              <a:ext uri="{FF2B5EF4-FFF2-40B4-BE49-F238E27FC236}">
                <a16:creationId xmlns:a16="http://schemas.microsoft.com/office/drawing/2014/main" id="{D069FDE9-4FF8-424B-A9BA-38AB1AB7FA5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33" b="30468"/>
          <a:stretch/>
        </p:blipFill>
        <p:spPr>
          <a:xfrm>
            <a:off x="7293474" y="0"/>
            <a:ext cx="4016248" cy="5733257"/>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102E81D3-9633-A700-673C-5DB61C8F08D0}"/>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C0B003A3-3CDF-729F-0922-3CE165D3663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F546F161-CD4E-FB48-1101-33F9CC40809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9" name="TextBox 8">
            <a:extLst>
              <a:ext uri="{FF2B5EF4-FFF2-40B4-BE49-F238E27FC236}">
                <a16:creationId xmlns:a16="http://schemas.microsoft.com/office/drawing/2014/main" id="{23D6F9A3-0371-9272-A3F8-E5167FF324B0}"/>
              </a:ext>
            </a:extLst>
          </p:cNvPr>
          <p:cNvSpPr txBox="1"/>
          <p:nvPr userDrawn="1"/>
        </p:nvSpPr>
        <p:spPr>
          <a:xfrm>
            <a:off x="817199" y="5146777"/>
            <a:ext cx="6170975"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a:p>
            <a:endParaRPr lang="en-NZ" sz="650">
              <a:solidFill>
                <a:srgbClr val="3E5D58"/>
              </a:solidFill>
              <a:effectLst/>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094620E-2B6F-F222-B6D7-AA2780178831}"/>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endParaRPr lang="en-GB" sz="800" noProof="0">
              <a:latin typeface="Arial" panose="020B0604020202020204" pitchFamily="34" charset="0"/>
              <a:cs typeface="Arial" panose="020B0604020202020204" pitchFamily="34" charset="0"/>
            </a:endParaRPr>
          </a:p>
        </p:txBody>
      </p:sp>
      <p:pic>
        <p:nvPicPr>
          <p:cNvPr id="12" name="Picture 11" descr="A logo with a circle and text&#10;&#10;AI-generated content may be incorrect.">
            <a:extLst>
              <a:ext uri="{FF2B5EF4-FFF2-40B4-BE49-F238E27FC236}">
                <a16:creationId xmlns:a16="http://schemas.microsoft.com/office/drawing/2014/main" id="{5DEC51D5-6EE2-17BA-3829-AFC9AA91A9D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8161165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REEN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8" name="Picture 7">
            <a:extLst>
              <a:ext uri="{FF2B5EF4-FFF2-40B4-BE49-F238E27FC236}">
                <a16:creationId xmlns:a16="http://schemas.microsoft.com/office/drawing/2014/main" id="{CBDC49C2-D7B5-E645-A485-9088B04ADD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12" name="Content Placeholder 10">
            <a:extLst>
              <a:ext uri="{FF2B5EF4-FFF2-40B4-BE49-F238E27FC236}">
                <a16:creationId xmlns:a16="http://schemas.microsoft.com/office/drawing/2014/main" id="{7158C61F-BA1C-F244-83B8-A0F95ECA2E63}"/>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14" name="Content Placeholder 10">
            <a:extLst>
              <a:ext uri="{FF2B5EF4-FFF2-40B4-BE49-F238E27FC236}">
                <a16:creationId xmlns:a16="http://schemas.microsoft.com/office/drawing/2014/main" id="{397F7194-4638-A540-9B1E-335CF6EA0C9F}"/>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19" name="Content Placeholder 10">
            <a:extLst>
              <a:ext uri="{FF2B5EF4-FFF2-40B4-BE49-F238E27FC236}">
                <a16:creationId xmlns:a16="http://schemas.microsoft.com/office/drawing/2014/main" id="{173C33A0-A043-A948-B099-91BECE8360B5}"/>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21" name="Content Placeholder 10">
            <a:extLst>
              <a:ext uri="{FF2B5EF4-FFF2-40B4-BE49-F238E27FC236}">
                <a16:creationId xmlns:a16="http://schemas.microsoft.com/office/drawing/2014/main" id="{B565D28E-E6F3-8145-A040-2C975C95304A}"/>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23" name="Content Placeholder 10">
            <a:extLst>
              <a:ext uri="{FF2B5EF4-FFF2-40B4-BE49-F238E27FC236}">
                <a16:creationId xmlns:a16="http://schemas.microsoft.com/office/drawing/2014/main" id="{3F142C13-C2F5-9D45-B5D6-A8E67449D6E8}"/>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887C1BA0-64A0-744E-ADB8-AE48DD65F78C}"/>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28" name="Content Placeholder 10">
            <a:extLst>
              <a:ext uri="{FF2B5EF4-FFF2-40B4-BE49-F238E27FC236}">
                <a16:creationId xmlns:a16="http://schemas.microsoft.com/office/drawing/2014/main" id="{69FF9AB4-2F00-464F-80C3-508BF66DB7B8}"/>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30" name="Content Placeholder 10">
            <a:extLst>
              <a:ext uri="{FF2B5EF4-FFF2-40B4-BE49-F238E27FC236}">
                <a16:creationId xmlns:a16="http://schemas.microsoft.com/office/drawing/2014/main" id="{2111A7E6-194B-5C46-8DEF-249FAFB13209}"/>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31" name="Content Placeholder 10">
            <a:extLst>
              <a:ext uri="{FF2B5EF4-FFF2-40B4-BE49-F238E27FC236}">
                <a16:creationId xmlns:a16="http://schemas.microsoft.com/office/drawing/2014/main" id="{8760447C-A4BC-764A-AE45-8BF8C0023F03}"/>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32" name="Content Placeholder 10">
            <a:extLst>
              <a:ext uri="{FF2B5EF4-FFF2-40B4-BE49-F238E27FC236}">
                <a16:creationId xmlns:a16="http://schemas.microsoft.com/office/drawing/2014/main" id="{EFAC369D-8EC3-1348-B9B0-D07E28FC3E40}"/>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33" name="Content Placeholder 10">
            <a:extLst>
              <a:ext uri="{FF2B5EF4-FFF2-40B4-BE49-F238E27FC236}">
                <a16:creationId xmlns:a16="http://schemas.microsoft.com/office/drawing/2014/main" id="{65ED0B90-0A3E-F442-ACB0-BD6255B59D2B}"/>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34" name="Content Placeholder 10">
            <a:extLst>
              <a:ext uri="{FF2B5EF4-FFF2-40B4-BE49-F238E27FC236}">
                <a16:creationId xmlns:a16="http://schemas.microsoft.com/office/drawing/2014/main" id="{295A6809-5859-9146-AE46-C863F94D9883}"/>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3" name="TextBox 2">
            <a:extLst>
              <a:ext uri="{FF2B5EF4-FFF2-40B4-BE49-F238E27FC236}">
                <a16:creationId xmlns:a16="http://schemas.microsoft.com/office/drawing/2014/main" id="{E8C616A4-A1D1-3F84-227C-9229E596D825}"/>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4" name="Picture 3" descr="A black and green logo&#10;&#10;AI-generated content may be incorrect.">
            <a:extLst>
              <a:ext uri="{FF2B5EF4-FFF2-40B4-BE49-F238E27FC236}">
                <a16:creationId xmlns:a16="http://schemas.microsoft.com/office/drawing/2014/main" id="{8A8D3371-B923-1FC6-42F9-3A718041DE7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1023338234"/>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VIOLET -cover ">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4">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A05C08F2-87B6-FAC5-4379-33CE404E94DC}"/>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F1E856DC-098F-92DF-102E-DBF4296764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85882113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IOLET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4">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4D29164D-D2CB-91F5-6045-AA7B46BA83C0}"/>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EA16B99B-C25C-125A-07A5-E137AD11E6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54685364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VIOLET - Cover + circles x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2B663065-8F10-5079-C092-BA1162E2EF3F}"/>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C8330B86-F912-ED1E-675F-78BE44EDD4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70499759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998408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4250742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371699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80002020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233835200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NZ"/>
          </a:p>
        </p:txBody>
      </p:sp>
    </p:spTree>
    <p:extLst>
      <p:ext uri="{BB962C8B-B14F-4D97-AF65-F5344CB8AC3E}">
        <p14:creationId xmlns:p14="http://schemas.microsoft.com/office/powerpoint/2010/main" val="26246334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1756841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149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VIOLET - Title + Content a">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550589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IOLET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847577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OLET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261456923"/>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OLET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49477954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OLET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142817491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VIOLET - Section break 1">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42276916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IOLET - Section break 2">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4"/>
                </a:solidFill>
              </a:defRPr>
            </a:lvl1pPr>
          </a:lstStyle>
          <a:p>
            <a:r>
              <a:rPr lang="en-NZ" noProof="0"/>
              <a:t>Click to add text</a:t>
            </a:r>
          </a:p>
        </p:txBody>
      </p:sp>
    </p:spTree>
    <p:extLst>
      <p:ext uri="{BB962C8B-B14F-4D97-AF65-F5344CB8AC3E}">
        <p14:creationId xmlns:p14="http://schemas.microsoft.com/office/powerpoint/2010/main" val="30789807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VIOLET - Section break 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4"/>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3642402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VIOLET- Section break 4">
    <p:bg>
      <p:bgPr>
        <a:solidFill>
          <a:schemeClr val="accent6"/>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4"/>
                </a:solidFill>
              </a:defRPr>
            </a:lvl1pPr>
          </a:lstStyle>
          <a:p>
            <a:r>
              <a:rPr lang="en-NZ" noProof="0"/>
              <a:t>Click to add text</a:t>
            </a:r>
          </a:p>
        </p:txBody>
      </p:sp>
    </p:spTree>
    <p:extLst>
      <p:ext uri="{BB962C8B-B14F-4D97-AF65-F5344CB8AC3E}">
        <p14:creationId xmlns:p14="http://schemas.microsoft.com/office/powerpoint/2010/main" val="3157143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7B01B56-E03A-5E41-81ED-B5170CBF4CD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78" b="29087"/>
          <a:stretch/>
        </p:blipFill>
        <p:spPr>
          <a:xfrm>
            <a:off x="7121354" y="1"/>
            <a:ext cx="4499145" cy="6857998"/>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3" name="Rectangle 2">
            <a:extLst>
              <a:ext uri="{FF2B5EF4-FFF2-40B4-BE49-F238E27FC236}">
                <a16:creationId xmlns:a16="http://schemas.microsoft.com/office/drawing/2014/main" id="{116BC314-46E2-4148-1E8E-84466FE1010F}"/>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FD061A80-7037-32C9-6AB6-C186760F349D}"/>
              </a:ext>
            </a:extLst>
          </p:cNvPr>
          <p:cNvGrpSpPr/>
          <p:nvPr userDrawn="1"/>
        </p:nvGrpSpPr>
        <p:grpSpPr>
          <a:xfrm>
            <a:off x="2733513" y="5624265"/>
            <a:ext cx="1287128" cy="274320"/>
            <a:chOff x="2733513" y="5624265"/>
            <a:chExt cx="1287128" cy="274320"/>
          </a:xfrm>
        </p:grpSpPr>
        <p:pic>
          <p:nvPicPr>
            <p:cNvPr id="5" name="Picture 4">
              <a:extLst>
                <a:ext uri="{FF2B5EF4-FFF2-40B4-BE49-F238E27FC236}">
                  <a16:creationId xmlns:a16="http://schemas.microsoft.com/office/drawing/2014/main" id="{D3B21771-0ABB-F5B9-49B8-E4169D1DEF9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6DE5978D-614C-02DE-C4A7-33FBC2955CA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4" name="TextBox 3">
            <a:extLst>
              <a:ext uri="{FF2B5EF4-FFF2-40B4-BE49-F238E27FC236}">
                <a16:creationId xmlns:a16="http://schemas.microsoft.com/office/drawing/2014/main" id="{4456603F-5423-608A-A419-3241A723C997}"/>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CCA5BD10-DABD-6881-257B-385F1AA951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919979125"/>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18" name="Picture 17">
            <a:extLst>
              <a:ext uri="{FF2B5EF4-FFF2-40B4-BE49-F238E27FC236}">
                <a16:creationId xmlns:a16="http://schemas.microsoft.com/office/drawing/2014/main" id="{0A981915-3EE1-B84F-9572-1748C5A7DA9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675" b="30401"/>
          <a:stretch/>
        </p:blipFill>
        <p:spPr>
          <a:xfrm>
            <a:off x="7293474" y="0"/>
            <a:ext cx="4004927" cy="5733256"/>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73FB896E-1054-80A4-339F-829FB7F747F2}"/>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8C4887D8-E900-36AA-B880-DA7E7D501E6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5" name="Picture 4">
              <a:extLst>
                <a:ext uri="{FF2B5EF4-FFF2-40B4-BE49-F238E27FC236}">
                  <a16:creationId xmlns:a16="http://schemas.microsoft.com/office/drawing/2014/main" id="{A0777481-45F6-E68B-4A79-C4F7779DD69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Rectangle 6">
            <a:extLst>
              <a:ext uri="{FF2B5EF4-FFF2-40B4-BE49-F238E27FC236}">
                <a16:creationId xmlns:a16="http://schemas.microsoft.com/office/drawing/2014/main" id="{9B61D9A8-EA2F-5C22-17E5-0BB9A055AC89}"/>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sp>
        <p:nvSpPr>
          <p:cNvPr id="9" name="TextBox 8">
            <a:extLst>
              <a:ext uri="{FF2B5EF4-FFF2-40B4-BE49-F238E27FC236}">
                <a16:creationId xmlns:a16="http://schemas.microsoft.com/office/drawing/2014/main" id="{BE8F31B1-CFCE-B9DF-296E-85060F0492E4}"/>
              </a:ext>
            </a:extLst>
          </p:cNvPr>
          <p:cNvSpPr txBox="1"/>
          <p:nvPr userDrawn="1"/>
        </p:nvSpPr>
        <p:spPr>
          <a:xfrm>
            <a:off x="817200" y="5146777"/>
            <a:ext cx="6176028"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0" name="Picture 9" descr="A logo with a circle and text&#10;&#10;AI-generated content may be incorrect.">
            <a:extLst>
              <a:ext uri="{FF2B5EF4-FFF2-40B4-BE49-F238E27FC236}">
                <a16:creationId xmlns:a16="http://schemas.microsoft.com/office/drawing/2014/main" id="{1381FAFB-5DF0-72D7-1B8B-94765369FC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16241495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4" name="Picture 3">
            <a:extLst>
              <a:ext uri="{FF2B5EF4-FFF2-40B4-BE49-F238E27FC236}">
                <a16:creationId xmlns:a16="http://schemas.microsoft.com/office/drawing/2014/main" id="{7215F253-7F8C-4342-9328-B6A3514298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24" name="Content Placeholder 10">
            <a:extLst>
              <a:ext uri="{FF2B5EF4-FFF2-40B4-BE49-F238E27FC236}">
                <a16:creationId xmlns:a16="http://schemas.microsoft.com/office/drawing/2014/main" id="{3033F68C-F701-B149-A7CD-35109CAC5166}"/>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25" name="Content Placeholder 10">
            <a:extLst>
              <a:ext uri="{FF2B5EF4-FFF2-40B4-BE49-F238E27FC236}">
                <a16:creationId xmlns:a16="http://schemas.microsoft.com/office/drawing/2014/main" id="{1990401A-DDA4-919A-E487-C41F6E139EAC}"/>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26" name="Content Placeholder 10">
            <a:extLst>
              <a:ext uri="{FF2B5EF4-FFF2-40B4-BE49-F238E27FC236}">
                <a16:creationId xmlns:a16="http://schemas.microsoft.com/office/drawing/2014/main" id="{952F8B22-86ED-F251-5308-61EE952D44D7}"/>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29" name="Content Placeholder 10">
            <a:extLst>
              <a:ext uri="{FF2B5EF4-FFF2-40B4-BE49-F238E27FC236}">
                <a16:creationId xmlns:a16="http://schemas.microsoft.com/office/drawing/2014/main" id="{6C18F283-7B96-54D1-4DD0-323366CF9D70}"/>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D51CBC74-9549-5023-C5B6-D3BD5F8F48FE}"/>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36" name="Content Placeholder 10">
            <a:extLst>
              <a:ext uri="{FF2B5EF4-FFF2-40B4-BE49-F238E27FC236}">
                <a16:creationId xmlns:a16="http://schemas.microsoft.com/office/drawing/2014/main" id="{0F60CAA3-D30C-8D54-7648-44EAE6C8B79B}"/>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FB1280EB-A3E4-EA99-4CFD-598D70524D36}"/>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18E15E35-507B-CA44-7E17-7DE027CF671D}"/>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39" name="Content Placeholder 10">
            <a:extLst>
              <a:ext uri="{FF2B5EF4-FFF2-40B4-BE49-F238E27FC236}">
                <a16:creationId xmlns:a16="http://schemas.microsoft.com/office/drawing/2014/main" id="{4C318EC7-E2BE-1348-731A-96475A1404BA}"/>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40" name="Content Placeholder 10">
            <a:extLst>
              <a:ext uri="{FF2B5EF4-FFF2-40B4-BE49-F238E27FC236}">
                <a16:creationId xmlns:a16="http://schemas.microsoft.com/office/drawing/2014/main" id="{A05E5B6A-CCB2-B317-48F6-8CCD33BA972D}"/>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41" name="Content Placeholder 10">
            <a:extLst>
              <a:ext uri="{FF2B5EF4-FFF2-40B4-BE49-F238E27FC236}">
                <a16:creationId xmlns:a16="http://schemas.microsoft.com/office/drawing/2014/main" id="{7F4EA2D0-C6D3-F73F-E51E-294CB6122A3F}"/>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42" name="Content Placeholder 10">
            <a:extLst>
              <a:ext uri="{FF2B5EF4-FFF2-40B4-BE49-F238E27FC236}">
                <a16:creationId xmlns:a16="http://schemas.microsoft.com/office/drawing/2014/main" id="{94AE2691-BDE3-5211-EDDC-07FBC9B5B78A}"/>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5" name="TextBox 4">
            <a:extLst>
              <a:ext uri="{FF2B5EF4-FFF2-40B4-BE49-F238E27FC236}">
                <a16:creationId xmlns:a16="http://schemas.microsoft.com/office/drawing/2014/main" id="{0233CE4D-AFA6-BB48-C9A9-457778443A57}"/>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6" name="Picture 5" descr="A black and green logo&#10;&#10;AI-generated content may be incorrect.">
            <a:extLst>
              <a:ext uri="{FF2B5EF4-FFF2-40B4-BE49-F238E27FC236}">
                <a16:creationId xmlns:a16="http://schemas.microsoft.com/office/drawing/2014/main" id="{F1D3409A-5F7C-1AD0-F43E-A4698192A3E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1279787606"/>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GOLD - cover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5"/>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5">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extBox 1">
            <a:extLst>
              <a:ext uri="{FF2B5EF4-FFF2-40B4-BE49-F238E27FC236}">
                <a16:creationId xmlns:a16="http://schemas.microsoft.com/office/drawing/2014/main" id="{D7F74895-435B-102A-8645-8BF060B75CF3}"/>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3" name="Picture 2" descr="A logo with a circle and text&#10;&#10;AI-generated content may be incorrect.">
            <a:extLst>
              <a:ext uri="{FF2B5EF4-FFF2-40B4-BE49-F238E27FC236}">
                <a16:creationId xmlns:a16="http://schemas.microsoft.com/office/drawing/2014/main" id="{657B815A-5584-C88B-25F2-A89F78250C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1031004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GOLD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5"/>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5">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3AF7CA6F-BAC3-1E50-5D9A-1B199943FCB5}"/>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CB269DE1-DC21-BB5F-B56B-A836EC7237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73142910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GOLD - Cover + circles x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5"/>
                </a:solidFill>
              </a:defRPr>
            </a:lvl1pPr>
          </a:lstStyle>
          <a:p>
            <a:r>
              <a:rPr lang="en-US"/>
              <a:t>Click to edit Master title style</a:t>
            </a:r>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F9E00A89-5B18-DE85-0917-E46C22B3605D}"/>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247BD34F-ED89-8B2C-A3A5-C114159ACD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65929591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2758450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972020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8714284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65697954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01916926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6333168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19303386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4323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OLD - Title + Content a">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5887481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OLD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7294768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OLD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664018933"/>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OLD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68952884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OLD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1710240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GOLD - Section break 1">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22579103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GOLD - Section break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5"/>
                </a:solidFill>
              </a:defRPr>
            </a:lvl1pPr>
          </a:lstStyle>
          <a:p>
            <a:r>
              <a:rPr lang="en-NZ" noProof="0"/>
              <a:t>Click to add text</a:t>
            </a:r>
          </a:p>
        </p:txBody>
      </p:sp>
    </p:spTree>
    <p:extLst>
      <p:ext uri="{BB962C8B-B14F-4D97-AF65-F5344CB8AC3E}">
        <p14:creationId xmlns:p14="http://schemas.microsoft.com/office/powerpoint/2010/main" val="25950979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GOLD - Section break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5"/>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3150031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OLD - Section break 4">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5"/>
                </a:solidFill>
              </a:defRPr>
            </a:lvl1pPr>
          </a:lstStyle>
          <a:p>
            <a:r>
              <a:rPr lang="en-NZ" noProof="0"/>
              <a:t>Click to add text</a:t>
            </a:r>
          </a:p>
        </p:txBody>
      </p:sp>
    </p:spTree>
    <p:extLst>
      <p:ext uri="{BB962C8B-B14F-4D97-AF65-F5344CB8AC3E}">
        <p14:creationId xmlns:p14="http://schemas.microsoft.com/office/powerpoint/2010/main" val="10310769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GOLD_End Slide">
    <p:bg>
      <p:bgPr>
        <a:solidFill>
          <a:srgbClr val="FFF4E4"/>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7D7461-C4D0-DF4A-A40E-F38E8B0D21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61" b="29067"/>
          <a:stretch/>
        </p:blipFill>
        <p:spPr>
          <a:xfrm>
            <a:off x="7121354" y="1"/>
            <a:ext cx="4495800" cy="6857998"/>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6" name="Rectangle 5">
            <a:extLst>
              <a:ext uri="{FF2B5EF4-FFF2-40B4-BE49-F238E27FC236}">
                <a16:creationId xmlns:a16="http://schemas.microsoft.com/office/drawing/2014/main" id="{93277096-34F4-2174-AAE7-F60B2883BC0B}"/>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91395B33-37CF-F664-40A8-7C3CB1C3CAEF}"/>
              </a:ext>
            </a:extLst>
          </p:cNvPr>
          <p:cNvGrpSpPr/>
          <p:nvPr userDrawn="1"/>
        </p:nvGrpSpPr>
        <p:grpSpPr>
          <a:xfrm>
            <a:off x="2733513" y="5624265"/>
            <a:ext cx="1287128" cy="274320"/>
            <a:chOff x="2733513" y="5624265"/>
            <a:chExt cx="1287128" cy="274320"/>
          </a:xfrm>
        </p:grpSpPr>
        <p:pic>
          <p:nvPicPr>
            <p:cNvPr id="3" name="Picture 2">
              <a:extLst>
                <a:ext uri="{FF2B5EF4-FFF2-40B4-BE49-F238E27FC236}">
                  <a16:creationId xmlns:a16="http://schemas.microsoft.com/office/drawing/2014/main" id="{E3B56752-261F-DECE-E916-32396C656AA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4" name="Picture 3">
              <a:extLst>
                <a:ext uri="{FF2B5EF4-FFF2-40B4-BE49-F238E27FC236}">
                  <a16:creationId xmlns:a16="http://schemas.microsoft.com/office/drawing/2014/main" id="{CF4D251E-BB56-5F8D-A68F-5F2F946273FA}"/>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TextBox 6">
            <a:extLst>
              <a:ext uri="{FF2B5EF4-FFF2-40B4-BE49-F238E27FC236}">
                <a16:creationId xmlns:a16="http://schemas.microsoft.com/office/drawing/2014/main" id="{BE1AD7C5-3B5B-0443-30F9-927F92FCDDFE}"/>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5600D1A7-A69B-8C66-5820-7E961F1AC6F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139421110"/>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GOLD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3" name="Picture 2">
            <a:extLst>
              <a:ext uri="{FF2B5EF4-FFF2-40B4-BE49-F238E27FC236}">
                <a16:creationId xmlns:a16="http://schemas.microsoft.com/office/drawing/2014/main" id="{91626881-F5D6-4841-B556-5C99FABC89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68" b="30432"/>
          <a:stretch/>
        </p:blipFill>
        <p:spPr>
          <a:xfrm>
            <a:off x="7293474" y="1"/>
            <a:ext cx="4016248" cy="5733255"/>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4" name="Group 3">
            <a:extLst>
              <a:ext uri="{FF2B5EF4-FFF2-40B4-BE49-F238E27FC236}">
                <a16:creationId xmlns:a16="http://schemas.microsoft.com/office/drawing/2014/main" id="{80FBB734-535D-BE36-FC7B-A7415AEC3C96}"/>
              </a:ext>
            </a:extLst>
          </p:cNvPr>
          <p:cNvGrpSpPr/>
          <p:nvPr userDrawn="1"/>
        </p:nvGrpSpPr>
        <p:grpSpPr>
          <a:xfrm>
            <a:off x="2733513" y="6025017"/>
            <a:ext cx="1287128" cy="274320"/>
            <a:chOff x="2733513" y="5624265"/>
            <a:chExt cx="1287128" cy="274320"/>
          </a:xfrm>
        </p:grpSpPr>
        <p:pic>
          <p:nvPicPr>
            <p:cNvPr id="5" name="Picture 4">
              <a:extLst>
                <a:ext uri="{FF2B5EF4-FFF2-40B4-BE49-F238E27FC236}">
                  <a16:creationId xmlns:a16="http://schemas.microsoft.com/office/drawing/2014/main" id="{D802DCE0-FDAF-FAA4-6A2E-FB39DFB1FCB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A7905BC7-593C-D255-89CF-D11B7443E70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9" name="Rectangle 8">
            <a:extLst>
              <a:ext uri="{FF2B5EF4-FFF2-40B4-BE49-F238E27FC236}">
                <a16:creationId xmlns:a16="http://schemas.microsoft.com/office/drawing/2014/main" id="{40B95AE3-6101-0EFC-7D23-25C70C345A8A}"/>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sp>
        <p:nvSpPr>
          <p:cNvPr id="10" name="TextBox 9">
            <a:extLst>
              <a:ext uri="{FF2B5EF4-FFF2-40B4-BE49-F238E27FC236}">
                <a16:creationId xmlns:a16="http://schemas.microsoft.com/office/drawing/2014/main" id="{DC24665A-F1E7-868C-B115-85520871FF0B}"/>
              </a:ext>
            </a:extLst>
          </p:cNvPr>
          <p:cNvSpPr txBox="1"/>
          <p:nvPr userDrawn="1"/>
        </p:nvSpPr>
        <p:spPr>
          <a:xfrm>
            <a:off x="817200" y="5146777"/>
            <a:ext cx="6176028"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1" name="Picture 10" descr="A logo with a circle and text&#10;&#10;AI-generated content may be incorrect.">
            <a:extLst>
              <a:ext uri="{FF2B5EF4-FFF2-40B4-BE49-F238E27FC236}">
                <a16:creationId xmlns:a16="http://schemas.microsoft.com/office/drawing/2014/main" id="{FECC0407-7EC1-23C9-A6C1-16097BF9346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9047832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GOLD_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5" name="Picture 4">
            <a:extLst>
              <a:ext uri="{FF2B5EF4-FFF2-40B4-BE49-F238E27FC236}">
                <a16:creationId xmlns:a16="http://schemas.microsoft.com/office/drawing/2014/main" id="{2F612E68-18FE-A742-8701-0A41C05861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4" name="Content Placeholder 10">
            <a:extLst>
              <a:ext uri="{FF2B5EF4-FFF2-40B4-BE49-F238E27FC236}">
                <a16:creationId xmlns:a16="http://schemas.microsoft.com/office/drawing/2014/main" id="{5CB7039A-7C11-9FE2-2096-F28184959F63}"/>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6" name="Content Placeholder 10">
            <a:extLst>
              <a:ext uri="{FF2B5EF4-FFF2-40B4-BE49-F238E27FC236}">
                <a16:creationId xmlns:a16="http://schemas.microsoft.com/office/drawing/2014/main" id="{C47EFB35-A58C-42F8-D38E-01B04EDD9E63}"/>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7" name="Content Placeholder 10">
            <a:extLst>
              <a:ext uri="{FF2B5EF4-FFF2-40B4-BE49-F238E27FC236}">
                <a16:creationId xmlns:a16="http://schemas.microsoft.com/office/drawing/2014/main" id="{65B7A277-A60D-A548-9C15-A2CF68577B14}"/>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8" name="Content Placeholder 10">
            <a:extLst>
              <a:ext uri="{FF2B5EF4-FFF2-40B4-BE49-F238E27FC236}">
                <a16:creationId xmlns:a16="http://schemas.microsoft.com/office/drawing/2014/main" id="{ED91627F-69F6-6C54-1156-1C90C6D3E4DA}"/>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9" name="Content Placeholder 10">
            <a:extLst>
              <a:ext uri="{FF2B5EF4-FFF2-40B4-BE49-F238E27FC236}">
                <a16:creationId xmlns:a16="http://schemas.microsoft.com/office/drawing/2014/main" id="{AF1D9265-EA3A-B08F-350A-FE5D7B7FA474}"/>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11" name="Content Placeholder 10">
            <a:extLst>
              <a:ext uri="{FF2B5EF4-FFF2-40B4-BE49-F238E27FC236}">
                <a16:creationId xmlns:a16="http://schemas.microsoft.com/office/drawing/2014/main" id="{3892691D-6796-5002-95B1-17969453AF6E}"/>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13" name="Content Placeholder 10">
            <a:extLst>
              <a:ext uri="{FF2B5EF4-FFF2-40B4-BE49-F238E27FC236}">
                <a16:creationId xmlns:a16="http://schemas.microsoft.com/office/drawing/2014/main" id="{89E47808-A463-8AD8-2A0A-956B7FAE150E}"/>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15" name="Content Placeholder 10">
            <a:extLst>
              <a:ext uri="{FF2B5EF4-FFF2-40B4-BE49-F238E27FC236}">
                <a16:creationId xmlns:a16="http://schemas.microsoft.com/office/drawing/2014/main" id="{D3AAD24B-FA2C-7862-34CF-0EAD707ECB82}"/>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16" name="Content Placeholder 10">
            <a:extLst>
              <a:ext uri="{FF2B5EF4-FFF2-40B4-BE49-F238E27FC236}">
                <a16:creationId xmlns:a16="http://schemas.microsoft.com/office/drawing/2014/main" id="{64857410-AF46-275E-BBE1-49FE6AC92C53}"/>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17" name="Content Placeholder 10">
            <a:extLst>
              <a:ext uri="{FF2B5EF4-FFF2-40B4-BE49-F238E27FC236}">
                <a16:creationId xmlns:a16="http://schemas.microsoft.com/office/drawing/2014/main" id="{A51B6085-D877-113C-1A2C-F33DDB390638}"/>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18" name="Content Placeholder 10">
            <a:extLst>
              <a:ext uri="{FF2B5EF4-FFF2-40B4-BE49-F238E27FC236}">
                <a16:creationId xmlns:a16="http://schemas.microsoft.com/office/drawing/2014/main" id="{DABC3F9F-82EB-82ED-D16D-88B31E6B7AE8}"/>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20" name="Content Placeholder 10">
            <a:extLst>
              <a:ext uri="{FF2B5EF4-FFF2-40B4-BE49-F238E27FC236}">
                <a16:creationId xmlns:a16="http://schemas.microsoft.com/office/drawing/2014/main" id="{62A4A287-2559-AB52-4A3B-16B53E17986F}"/>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12" name="TextBox 11">
            <a:extLst>
              <a:ext uri="{FF2B5EF4-FFF2-40B4-BE49-F238E27FC236}">
                <a16:creationId xmlns:a16="http://schemas.microsoft.com/office/drawing/2014/main" id="{B1BD9F8E-EA39-2AD5-B0AA-96BAAE462D0C}"/>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4" name="Picture 13" descr="A black and green logo&#10;&#10;AI-generated content may be incorrect.">
            <a:extLst>
              <a:ext uri="{FF2B5EF4-FFF2-40B4-BE49-F238E27FC236}">
                <a16:creationId xmlns:a16="http://schemas.microsoft.com/office/drawing/2014/main" id="{3A22DC95-8E44-B08B-53D3-7103ED493F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305376685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UE - cover ">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3">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675504D5-0DF8-73D4-EA84-B7A2EBB34272}"/>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28718F95-AA62-49DB-C93F-1000FBE563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1725303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LUE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3">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B9D5996D-754B-CF83-6153-68B540D14A37}"/>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3EBF966-ACB7-CE1F-939A-C6C2CB5309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56203457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BLUE - Cover + circles x3">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24FD7E0B-402A-3290-4A06-BB3B43328B0E}"/>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F3F4EB8-7E23-3FA1-933F-130F0F0DAD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2257681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1348319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4793535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3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938351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466797678"/>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81108918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5835173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3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5998507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3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3473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LUE - Title + Content a">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2686136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UE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217227103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UE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01270751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UE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69706723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U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291638385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BLUE - Section break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39212920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UE - Section break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3"/>
                </a:solidFill>
              </a:defRPr>
            </a:lvl1pPr>
          </a:lstStyle>
          <a:p>
            <a:r>
              <a:rPr lang="en-NZ" noProof="0"/>
              <a:t>Click to add text</a:t>
            </a:r>
          </a:p>
        </p:txBody>
      </p:sp>
    </p:spTree>
    <p:extLst>
      <p:ext uri="{BB962C8B-B14F-4D97-AF65-F5344CB8AC3E}">
        <p14:creationId xmlns:p14="http://schemas.microsoft.com/office/powerpoint/2010/main" val="259717744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UE - Section break 3">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3"/>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189427029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UE - Section break 4">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3"/>
                </a:solidFill>
              </a:defRPr>
            </a:lvl1pPr>
          </a:lstStyle>
          <a:p>
            <a:r>
              <a:rPr lang="en-NZ" noProof="0"/>
              <a:t>Click to add text</a:t>
            </a:r>
          </a:p>
        </p:txBody>
      </p:sp>
    </p:spTree>
    <p:extLst>
      <p:ext uri="{BB962C8B-B14F-4D97-AF65-F5344CB8AC3E}">
        <p14:creationId xmlns:p14="http://schemas.microsoft.com/office/powerpoint/2010/main" val="29424434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BLUE - End Slide">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318C33-91CE-3C48-BD6C-E5FD9E65990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53" b="29075"/>
          <a:stretch/>
        </p:blipFill>
        <p:spPr>
          <a:xfrm>
            <a:off x="7121354" y="0"/>
            <a:ext cx="4495800" cy="6858000"/>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4" name="Rectangle 3">
            <a:extLst>
              <a:ext uri="{FF2B5EF4-FFF2-40B4-BE49-F238E27FC236}">
                <a16:creationId xmlns:a16="http://schemas.microsoft.com/office/drawing/2014/main" id="{710E42AB-373E-9686-F751-EA4828238251}"/>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1DA906CF-7B00-1AAC-F6F3-8E46A6C13567}"/>
              </a:ext>
            </a:extLst>
          </p:cNvPr>
          <p:cNvGrpSpPr/>
          <p:nvPr userDrawn="1"/>
        </p:nvGrpSpPr>
        <p:grpSpPr>
          <a:xfrm>
            <a:off x="2733513" y="5624265"/>
            <a:ext cx="1287128" cy="274320"/>
            <a:chOff x="2733513" y="5624265"/>
            <a:chExt cx="1287128" cy="274320"/>
          </a:xfrm>
        </p:grpSpPr>
        <p:pic>
          <p:nvPicPr>
            <p:cNvPr id="6" name="Picture 5">
              <a:extLst>
                <a:ext uri="{FF2B5EF4-FFF2-40B4-BE49-F238E27FC236}">
                  <a16:creationId xmlns:a16="http://schemas.microsoft.com/office/drawing/2014/main" id="{E26DE162-6235-FDCE-607E-CCDBBC562F7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8" name="Picture 7">
              <a:extLst>
                <a:ext uri="{FF2B5EF4-FFF2-40B4-BE49-F238E27FC236}">
                  <a16:creationId xmlns:a16="http://schemas.microsoft.com/office/drawing/2014/main" id="{201529FA-49FC-93B3-9809-6083E2AE42D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5" name="TextBox 4">
            <a:extLst>
              <a:ext uri="{FF2B5EF4-FFF2-40B4-BE49-F238E27FC236}">
                <a16:creationId xmlns:a16="http://schemas.microsoft.com/office/drawing/2014/main" id="{DFF392EF-797C-1B76-E778-27B565F5A761}"/>
              </a:ext>
            </a:extLst>
          </p:cNvPr>
          <p:cNvSpPr txBox="1"/>
          <p:nvPr userDrawn="1"/>
        </p:nvSpPr>
        <p:spPr>
          <a:xfrm>
            <a:off x="816000" y="6313635"/>
            <a:ext cx="6196546"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9" name="Picture 8" descr="A logo with a circle and text&#10;&#10;AI-generated content may be incorrect.">
            <a:extLst>
              <a:ext uri="{FF2B5EF4-FFF2-40B4-BE49-F238E27FC236}">
                <a16:creationId xmlns:a16="http://schemas.microsoft.com/office/drawing/2014/main" id="{39847451-0F0A-5289-8B53-82A8D7506DF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74895161"/>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BLUE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17" name="Picture 16">
            <a:extLst>
              <a:ext uri="{FF2B5EF4-FFF2-40B4-BE49-F238E27FC236}">
                <a16:creationId xmlns:a16="http://schemas.microsoft.com/office/drawing/2014/main" id="{41E79025-1932-3A43-B290-7270114689E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57" b="30444"/>
          <a:stretch/>
        </p:blipFill>
        <p:spPr>
          <a:xfrm>
            <a:off x="7293474" y="0"/>
            <a:ext cx="4016248" cy="5733256"/>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3" name="Group 2">
            <a:extLst>
              <a:ext uri="{FF2B5EF4-FFF2-40B4-BE49-F238E27FC236}">
                <a16:creationId xmlns:a16="http://schemas.microsoft.com/office/drawing/2014/main" id="{E4F45BE2-7116-993B-E9B8-B6C9AB9A8737}"/>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C2F21F77-F06A-EE70-F31C-B70E563DBF7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5" name="Picture 4">
              <a:extLst>
                <a:ext uri="{FF2B5EF4-FFF2-40B4-BE49-F238E27FC236}">
                  <a16:creationId xmlns:a16="http://schemas.microsoft.com/office/drawing/2014/main" id="{3031E64B-5830-D73F-5110-8CF838A25460}"/>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Rectangle 6">
            <a:extLst>
              <a:ext uri="{FF2B5EF4-FFF2-40B4-BE49-F238E27FC236}">
                <a16:creationId xmlns:a16="http://schemas.microsoft.com/office/drawing/2014/main" id="{09CFA48B-A6C2-CCA1-6E23-C81114665365}"/>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endParaRPr lang="en-GB" sz="800" noProof="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FB85C90-2D5B-D10F-3C61-9AB8F8D954F5}"/>
              </a:ext>
            </a:extLst>
          </p:cNvPr>
          <p:cNvSpPr txBox="1"/>
          <p:nvPr userDrawn="1"/>
        </p:nvSpPr>
        <p:spPr>
          <a:xfrm>
            <a:off x="817199" y="5146777"/>
            <a:ext cx="6188907"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0" name="Picture 9" descr="A logo with a circle and text&#10;&#10;AI-generated content may be incorrect.">
            <a:extLst>
              <a:ext uri="{FF2B5EF4-FFF2-40B4-BE49-F238E27FC236}">
                <a16:creationId xmlns:a16="http://schemas.microsoft.com/office/drawing/2014/main" id="{A9611B92-B571-16F5-4826-CDCBB91CDDA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21750031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UE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4" name="Picture 3">
            <a:extLst>
              <a:ext uri="{FF2B5EF4-FFF2-40B4-BE49-F238E27FC236}">
                <a16:creationId xmlns:a16="http://schemas.microsoft.com/office/drawing/2014/main" id="{23312E10-7AF2-FD47-A7E3-740961465E1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5" name="Content Placeholder 10">
            <a:extLst>
              <a:ext uri="{FF2B5EF4-FFF2-40B4-BE49-F238E27FC236}">
                <a16:creationId xmlns:a16="http://schemas.microsoft.com/office/drawing/2014/main" id="{A5D06ECC-7E86-91AE-485B-AAADC9DC8961}"/>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6" name="Content Placeholder 10">
            <a:extLst>
              <a:ext uri="{FF2B5EF4-FFF2-40B4-BE49-F238E27FC236}">
                <a16:creationId xmlns:a16="http://schemas.microsoft.com/office/drawing/2014/main" id="{2D5D0820-3F22-4FDE-2A81-E1C2EBF85D3C}"/>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7" name="Content Placeholder 10">
            <a:extLst>
              <a:ext uri="{FF2B5EF4-FFF2-40B4-BE49-F238E27FC236}">
                <a16:creationId xmlns:a16="http://schemas.microsoft.com/office/drawing/2014/main" id="{6B0AA549-7566-3A9F-0129-58B11CED6A07}"/>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8" name="Content Placeholder 10">
            <a:extLst>
              <a:ext uri="{FF2B5EF4-FFF2-40B4-BE49-F238E27FC236}">
                <a16:creationId xmlns:a16="http://schemas.microsoft.com/office/drawing/2014/main" id="{731099CB-D130-0890-E192-8141BD8F9BB3}"/>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9" name="Content Placeholder 10">
            <a:extLst>
              <a:ext uri="{FF2B5EF4-FFF2-40B4-BE49-F238E27FC236}">
                <a16:creationId xmlns:a16="http://schemas.microsoft.com/office/drawing/2014/main" id="{F27381B0-651D-5030-0B37-8AA5DDB3DB1B}"/>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11" name="Content Placeholder 10">
            <a:extLst>
              <a:ext uri="{FF2B5EF4-FFF2-40B4-BE49-F238E27FC236}">
                <a16:creationId xmlns:a16="http://schemas.microsoft.com/office/drawing/2014/main" id="{80091972-FE6C-9980-84BE-76D8336B3C69}"/>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13" name="Content Placeholder 10">
            <a:extLst>
              <a:ext uri="{FF2B5EF4-FFF2-40B4-BE49-F238E27FC236}">
                <a16:creationId xmlns:a16="http://schemas.microsoft.com/office/drawing/2014/main" id="{8AF03063-F3E2-B5EB-5DBE-B75E17689FB6}"/>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15" name="Content Placeholder 10">
            <a:extLst>
              <a:ext uri="{FF2B5EF4-FFF2-40B4-BE49-F238E27FC236}">
                <a16:creationId xmlns:a16="http://schemas.microsoft.com/office/drawing/2014/main" id="{BF665C6F-A53E-487C-9584-A4166071DC9D}"/>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16" name="Content Placeholder 10">
            <a:extLst>
              <a:ext uri="{FF2B5EF4-FFF2-40B4-BE49-F238E27FC236}">
                <a16:creationId xmlns:a16="http://schemas.microsoft.com/office/drawing/2014/main" id="{4F80E975-2EE9-4298-FCA4-A1F35039EA7C}"/>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17" name="Content Placeholder 10">
            <a:extLst>
              <a:ext uri="{FF2B5EF4-FFF2-40B4-BE49-F238E27FC236}">
                <a16:creationId xmlns:a16="http://schemas.microsoft.com/office/drawing/2014/main" id="{E8077A08-7546-820E-91B0-F19E05B25B3E}"/>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18" name="Content Placeholder 10">
            <a:extLst>
              <a:ext uri="{FF2B5EF4-FFF2-40B4-BE49-F238E27FC236}">
                <a16:creationId xmlns:a16="http://schemas.microsoft.com/office/drawing/2014/main" id="{81DBDC1D-2DDC-F589-3B27-682F34A52364}"/>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20" name="Content Placeholder 10">
            <a:extLst>
              <a:ext uri="{FF2B5EF4-FFF2-40B4-BE49-F238E27FC236}">
                <a16:creationId xmlns:a16="http://schemas.microsoft.com/office/drawing/2014/main" id="{5FC2036F-256C-435E-944B-D3977A485779}"/>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12" name="TextBox 11">
            <a:extLst>
              <a:ext uri="{FF2B5EF4-FFF2-40B4-BE49-F238E27FC236}">
                <a16:creationId xmlns:a16="http://schemas.microsoft.com/office/drawing/2014/main" id="{7F3D679A-B25E-374F-6EF5-B77E293EA9B2}"/>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4" name="Picture 13" descr="A black and green logo&#10;&#10;AI-generated content may be incorrect.">
            <a:extLst>
              <a:ext uri="{FF2B5EF4-FFF2-40B4-BE49-F238E27FC236}">
                <a16:creationId xmlns:a16="http://schemas.microsoft.com/office/drawing/2014/main" id="{90955F4F-6101-F789-083A-A7DB912689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2753543850"/>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GREEN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8" name="Picture 7">
            <a:extLst>
              <a:ext uri="{FF2B5EF4-FFF2-40B4-BE49-F238E27FC236}">
                <a16:creationId xmlns:a16="http://schemas.microsoft.com/office/drawing/2014/main" id="{CBDC49C2-D7B5-E645-A485-9088B04ADD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pic>
        <p:nvPicPr>
          <p:cNvPr id="10" name="Picture 9">
            <a:extLst>
              <a:ext uri="{FF2B5EF4-FFF2-40B4-BE49-F238E27FC236}">
                <a16:creationId xmlns:a16="http://schemas.microsoft.com/office/drawing/2014/main" id="{F7BF2FD8-29F2-5048-9214-BEB511A359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68886" y="4915104"/>
            <a:ext cx="3168352" cy="1341346"/>
          </a:xfrm>
          <a:prstGeom prst="rect">
            <a:avLst/>
          </a:prstGeom>
        </p:spPr>
      </p:pic>
    </p:spTree>
    <p:extLst>
      <p:ext uri="{BB962C8B-B14F-4D97-AF65-F5344CB8AC3E}">
        <p14:creationId xmlns:p14="http://schemas.microsoft.com/office/powerpoint/2010/main" val="3638721415"/>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type="obj">
  <p:cSld name="WHITE 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lvl1pPr>
              <a:buFont typeface="Lucida Grande"/>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Tree>
    <p:extLst>
      <p:ext uri="{BB962C8B-B14F-4D97-AF65-F5344CB8AC3E}">
        <p14:creationId xmlns:p14="http://schemas.microsoft.com/office/powerpoint/2010/main" val="320909563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cSld name="14_End Slide">
    <p:bg>
      <p:bgPr>
        <a:solidFill>
          <a:srgbClr val="EBF5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6000" y="3044008"/>
            <a:ext cx="5280000" cy="130539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accent1"/>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5" name="Rectangle 3"/>
          <p:cNvSpPr>
            <a:spLocks noGrp="1" noChangeArrowheads="1"/>
          </p:cNvSpPr>
          <p:nvPr>
            <p:ph type="subTitle" idx="1" hasCustomPrompt="1"/>
          </p:nvPr>
        </p:nvSpPr>
        <p:spPr>
          <a:xfrm>
            <a:off x="821365" y="4873836"/>
            <a:ext cx="6066723" cy="699587"/>
          </a:xfrm>
        </p:spPr>
        <p:txBody>
          <a:bodyPr/>
          <a:lstStyle>
            <a:lvl1pPr marL="0" indent="0">
              <a:spcBef>
                <a:spcPts val="500"/>
              </a:spcBef>
              <a:buFontTx/>
              <a:buNone/>
              <a:defRPr sz="1600" b="1">
                <a:solidFill>
                  <a:srgbClr val="345E58"/>
                </a:solidFill>
              </a:defRPr>
            </a:lvl1pPr>
          </a:lstStyle>
          <a:p>
            <a:pPr lvl="0"/>
            <a:r>
              <a:rPr lang="en-US"/>
              <a:t>Click to add e-mail address</a:t>
            </a:r>
          </a:p>
        </p:txBody>
      </p:sp>
      <p:pic>
        <p:nvPicPr>
          <p:cNvPr id="10" name="Picture 9">
            <a:extLst>
              <a:ext uri="{FF2B5EF4-FFF2-40B4-BE49-F238E27FC236}">
                <a16:creationId xmlns:a16="http://schemas.microsoft.com/office/drawing/2014/main" id="{F7BF2FD8-29F2-5048-9214-BEB511A359B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376" y="404664"/>
            <a:ext cx="3168352" cy="1341346"/>
          </a:xfrm>
          <a:prstGeom prst="rect">
            <a:avLst/>
          </a:prstGeom>
        </p:spPr>
      </p:pic>
      <p:pic>
        <p:nvPicPr>
          <p:cNvPr id="12" name="Picture 11">
            <a:extLst>
              <a:ext uri="{FF2B5EF4-FFF2-40B4-BE49-F238E27FC236}">
                <a16:creationId xmlns:a16="http://schemas.microsoft.com/office/drawing/2014/main" id="{33B35A18-9B88-10E2-5602-964F6620DDA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3068" b="29060"/>
          <a:stretch/>
        </p:blipFill>
        <p:spPr>
          <a:xfrm>
            <a:off x="7121354" y="0"/>
            <a:ext cx="4495800" cy="6858000"/>
          </a:xfrm>
          <a:prstGeom prst="rect">
            <a:avLst/>
          </a:prstGeom>
        </p:spPr>
      </p:pic>
      <p:sp>
        <p:nvSpPr>
          <p:cNvPr id="13" name="Rectangle 12">
            <a:extLst>
              <a:ext uri="{FF2B5EF4-FFF2-40B4-BE49-F238E27FC236}">
                <a16:creationId xmlns:a16="http://schemas.microsoft.com/office/drawing/2014/main" id="{8173C7C1-256D-EA12-A8BF-DBB6ECC1829C}"/>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pic>
        <p:nvPicPr>
          <p:cNvPr id="14" name="Picture 13">
            <a:extLst>
              <a:ext uri="{FF2B5EF4-FFF2-40B4-BE49-F238E27FC236}">
                <a16:creationId xmlns:a16="http://schemas.microsoft.com/office/drawing/2014/main" id="{AE32CA41-D399-6154-35DF-BB8D65D4530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733513" y="5624265"/>
            <a:ext cx="1584960" cy="274320"/>
          </a:xfrm>
          <a:prstGeom prst="rect">
            <a:avLst/>
          </a:prstGeom>
        </p:spPr>
      </p:pic>
      <p:sp>
        <p:nvSpPr>
          <p:cNvPr id="15" name="TextBox 14">
            <a:extLst>
              <a:ext uri="{FF2B5EF4-FFF2-40B4-BE49-F238E27FC236}">
                <a16:creationId xmlns:a16="http://schemas.microsoft.com/office/drawing/2014/main" id="{3EA9FF0D-3B24-8B6B-97E1-1CA52ADEF11D}"/>
              </a:ext>
            </a:extLst>
          </p:cNvPr>
          <p:cNvSpPr txBox="1"/>
          <p:nvPr userDrawn="1"/>
        </p:nvSpPr>
        <p:spPr>
          <a:xfrm>
            <a:off x="816000" y="6313635"/>
            <a:ext cx="6134990"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Plant and Food Research Limited (Plant &amp; Food Research) cannot guarantee its accuracy and does not give any assurance as to the suitability of any such information for any particular use. Plant &amp; Food Research will not be liable in any way for any loss, damages or costs which may be incurred by any person in relation to this information.</a:t>
            </a:r>
          </a:p>
        </p:txBody>
      </p:sp>
    </p:spTree>
    <p:extLst>
      <p:ext uri="{BB962C8B-B14F-4D97-AF65-F5344CB8AC3E}">
        <p14:creationId xmlns:p14="http://schemas.microsoft.com/office/powerpoint/2010/main" val="318493716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4_GREEN - Title + Content x 2 box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F8CA421-28AB-3740-89DD-AD2C67DC9C45}"/>
              </a:ext>
            </a:extLst>
          </p:cNvPr>
          <p:cNvSpPr/>
          <p:nvPr/>
        </p:nvSpPr>
        <p:spPr bwMode="auto">
          <a:xfrm>
            <a:off x="0" y="0"/>
            <a:ext cx="6096000" cy="6858000"/>
          </a:xfrm>
          <a:prstGeom prst="rect">
            <a:avLst/>
          </a:prstGeom>
          <a:solidFill>
            <a:srgbClr val="EBF5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9" name="Rectangle 3">
            <a:extLst>
              <a:ext uri="{FF2B5EF4-FFF2-40B4-BE49-F238E27FC236}">
                <a16:creationId xmlns:a16="http://schemas.microsoft.com/office/drawing/2014/main" id="{981E4785-F465-E54A-B2FB-E4891D9DF3A7}"/>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10344552" cy="1124744"/>
          </a:xfrm>
        </p:spPr>
        <p:txBody>
          <a:bodyPr/>
          <a:lstStyle/>
          <a:p>
            <a:r>
              <a:rPr lang="en-US"/>
              <a:t>Click to edit Master title style</a:t>
            </a:r>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588509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D7D74B-87A5-E94E-A4ED-A26325DD21CB}"/>
              </a:ext>
            </a:extLst>
          </p:cNvPr>
          <p:cNvPicPr>
            <a:picLocks noChangeAspect="1"/>
          </p:cNvPicPr>
          <p:nvPr userDrawn="1"/>
        </p:nvPicPr>
        <p:blipFill>
          <a:blip r:embed="rId97" cstate="screen">
            <a:extLst>
              <a:ext uri="{28A0092B-C50C-407E-A947-70E740481C1C}">
                <a14:useLocalDpi xmlns:a14="http://schemas.microsoft.com/office/drawing/2010/main"/>
              </a:ext>
            </a:extLst>
          </a:blip>
          <a:stretch>
            <a:fillRect/>
          </a:stretch>
        </p:blipFill>
        <p:spPr>
          <a:xfrm>
            <a:off x="11401831" y="332657"/>
            <a:ext cx="459969" cy="478126"/>
          </a:xfrm>
          <a:prstGeom prst="rect">
            <a:avLst/>
          </a:prstGeom>
        </p:spPr>
      </p:pic>
      <p:sp>
        <p:nvSpPr>
          <p:cNvPr id="1026" name="Rectangle 2"/>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
        <p:nvSpPr>
          <p:cNvPr id="1027" name="Rectangle 3"/>
          <p:cNvSpPr>
            <a:spLocks noGrp="1" noChangeArrowheads="1"/>
          </p:cNvSpPr>
          <p:nvPr>
            <p:ph type="body"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48108805"/>
      </p:ext>
    </p:extLst>
  </p:cSld>
  <p:clrMap bg1="lt1" tx1="dk1" bg2="lt2" tx2="dk2" accent1="accent1" accent2="accent2" accent3="accent3" accent4="accent4" accent5="accent5" accent6="accent6" hlink="hlink" folHlink="folHlink"/>
  <p:sldLayoutIdLst>
    <p:sldLayoutId id="2147483764" r:id="rId1"/>
    <p:sldLayoutId id="2147483801" r:id="rId2"/>
    <p:sldLayoutId id="2147483931" r:id="rId3"/>
    <p:sldLayoutId id="2147483765" r:id="rId4"/>
    <p:sldLayoutId id="2147483766" r:id="rId5"/>
    <p:sldLayoutId id="2147483767" r:id="rId6"/>
    <p:sldLayoutId id="2147483774" r:id="rId7"/>
    <p:sldLayoutId id="2147483815" r:id="rId8"/>
    <p:sldLayoutId id="2147483773" r:id="rId9"/>
    <p:sldLayoutId id="2147483768" r:id="rId10"/>
    <p:sldLayoutId id="2147483818" r:id="rId11"/>
    <p:sldLayoutId id="2147483769" r:id="rId12"/>
    <p:sldLayoutId id="2147483816" r:id="rId13"/>
    <p:sldLayoutId id="2147483848" r:id="rId14"/>
    <p:sldLayoutId id="2147483813" r:id="rId15"/>
    <p:sldLayoutId id="2147483777" r:id="rId16"/>
    <p:sldLayoutId id="2147483778" r:id="rId17"/>
    <p:sldLayoutId id="2147483775" r:id="rId18"/>
    <p:sldLayoutId id="2147483776" r:id="rId19"/>
    <p:sldLayoutId id="2147483821" r:id="rId20"/>
    <p:sldLayoutId id="2147483823" r:id="rId21"/>
    <p:sldLayoutId id="2147483759" r:id="rId22"/>
    <p:sldLayoutId id="2147483849" r:id="rId23"/>
    <p:sldLayoutId id="2147483850" r:id="rId24"/>
    <p:sldLayoutId id="2147483927"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7" r:id="rId40"/>
    <p:sldLayoutId id="2147483868" r:id="rId41"/>
    <p:sldLayoutId id="2147483869" r:id="rId42"/>
    <p:sldLayoutId id="2147483873" r:id="rId43"/>
    <p:sldLayoutId id="2147483874" r:id="rId44"/>
    <p:sldLayoutId id="2147483875" r:id="rId45"/>
    <p:sldLayoutId id="2147483876" r:id="rId46"/>
    <p:sldLayoutId id="2147483877" r:id="rId47"/>
    <p:sldLayoutId id="2147483929" r:id="rId48"/>
    <p:sldLayoutId id="2147483879" r:id="rId49"/>
    <p:sldLayoutId id="2147483880" r:id="rId50"/>
    <p:sldLayoutId id="2147483881" r:id="rId51"/>
    <p:sldLayoutId id="2147483882" r:id="rId52"/>
    <p:sldLayoutId id="2147483883" r:id="rId53"/>
    <p:sldLayoutId id="2147483884" r:id="rId54"/>
    <p:sldLayoutId id="2147483885" r:id="rId55"/>
    <p:sldLayoutId id="2147483886" r:id="rId56"/>
    <p:sldLayoutId id="2147483887" r:id="rId57"/>
    <p:sldLayoutId id="2147483888" r:id="rId58"/>
    <p:sldLayoutId id="2147483889" r:id="rId59"/>
    <p:sldLayoutId id="2147483890" r:id="rId60"/>
    <p:sldLayoutId id="2147483891" r:id="rId61"/>
    <p:sldLayoutId id="2147483892" r:id="rId62"/>
    <p:sldLayoutId id="2147483894" r:id="rId63"/>
    <p:sldLayoutId id="2147483895" r:id="rId64"/>
    <p:sldLayoutId id="2147483896" r:id="rId65"/>
    <p:sldLayoutId id="2147483897" r:id="rId66"/>
    <p:sldLayoutId id="2147483898" r:id="rId67"/>
    <p:sldLayoutId id="2147483899" r:id="rId68"/>
    <p:sldLayoutId id="2147483900" r:id="rId69"/>
    <p:sldLayoutId id="2147483901" r:id="rId70"/>
    <p:sldLayoutId id="2147483930" r:id="rId71"/>
    <p:sldLayoutId id="2147483903" r:id="rId72"/>
    <p:sldLayoutId id="2147483904" r:id="rId73"/>
    <p:sldLayoutId id="2147483905" r:id="rId74"/>
    <p:sldLayoutId id="2147483906" r:id="rId75"/>
    <p:sldLayoutId id="2147483907" r:id="rId76"/>
    <p:sldLayoutId id="2147483908" r:id="rId77"/>
    <p:sldLayoutId id="2147483909" r:id="rId78"/>
    <p:sldLayoutId id="2147483910" r:id="rId79"/>
    <p:sldLayoutId id="2147483911" r:id="rId80"/>
    <p:sldLayoutId id="2147483912" r:id="rId81"/>
    <p:sldLayoutId id="2147483913" r:id="rId82"/>
    <p:sldLayoutId id="2147483914" r:id="rId83"/>
    <p:sldLayoutId id="2147483915" r:id="rId84"/>
    <p:sldLayoutId id="2147483916" r:id="rId85"/>
    <p:sldLayoutId id="2147483917" r:id="rId86"/>
    <p:sldLayoutId id="2147483918" r:id="rId87"/>
    <p:sldLayoutId id="2147483919" r:id="rId88"/>
    <p:sldLayoutId id="2147483920" r:id="rId89"/>
    <p:sldLayoutId id="2147483921" r:id="rId90"/>
    <p:sldLayoutId id="2147483922" r:id="rId91"/>
    <p:sldLayoutId id="2147483932" r:id="rId92"/>
    <p:sldLayoutId id="2147483933" r:id="rId93"/>
    <p:sldLayoutId id="2147483934" r:id="rId94"/>
    <p:sldLayoutId id="2147483935" r:id="rId95"/>
  </p:sldLayoutIdLst>
  <p:txStyles>
    <p:titleStyle>
      <a:lvl1pPr algn="l" rtl="0" eaLnBrk="1" fontAlgn="base" hangingPunct="1">
        <a:spcBef>
          <a:spcPct val="0"/>
        </a:spcBef>
        <a:spcAft>
          <a:spcPct val="0"/>
        </a:spcAft>
        <a:defRPr sz="2800" b="1">
          <a:solidFill>
            <a:srgbClr val="3E5D58"/>
          </a:solidFill>
          <a:latin typeface="+mj-lt"/>
          <a:ea typeface="+mj-ea"/>
          <a:cs typeface="+mj-cs"/>
        </a:defRPr>
      </a:lvl1pPr>
      <a:lvl2pPr algn="l" rtl="0" eaLnBrk="1" fontAlgn="base" hangingPunct="1">
        <a:spcBef>
          <a:spcPct val="0"/>
        </a:spcBef>
        <a:spcAft>
          <a:spcPct val="0"/>
        </a:spcAft>
        <a:defRPr sz="3733">
          <a:solidFill>
            <a:srgbClr val="5F5F5F"/>
          </a:solidFill>
          <a:latin typeface="Arial" charset="0"/>
          <a:ea typeface="ＭＳ Ｐゴシック" pitchFamily="-112" charset="-128"/>
        </a:defRPr>
      </a:lvl2pPr>
      <a:lvl3pPr algn="l" rtl="0" eaLnBrk="1" fontAlgn="base" hangingPunct="1">
        <a:spcBef>
          <a:spcPct val="0"/>
        </a:spcBef>
        <a:spcAft>
          <a:spcPct val="0"/>
        </a:spcAft>
        <a:defRPr sz="3733">
          <a:solidFill>
            <a:srgbClr val="5F5F5F"/>
          </a:solidFill>
          <a:latin typeface="Arial" charset="0"/>
          <a:ea typeface="ＭＳ Ｐゴシック" pitchFamily="-112" charset="-128"/>
        </a:defRPr>
      </a:lvl3pPr>
      <a:lvl4pPr algn="l" rtl="0" eaLnBrk="1" fontAlgn="base" hangingPunct="1">
        <a:spcBef>
          <a:spcPct val="0"/>
        </a:spcBef>
        <a:spcAft>
          <a:spcPct val="0"/>
        </a:spcAft>
        <a:defRPr sz="3733">
          <a:solidFill>
            <a:srgbClr val="5F5F5F"/>
          </a:solidFill>
          <a:latin typeface="Arial" charset="0"/>
          <a:ea typeface="ＭＳ Ｐゴシック" pitchFamily="-112" charset="-128"/>
        </a:defRPr>
      </a:lvl4pPr>
      <a:lvl5pPr algn="l" rtl="0" eaLnBrk="1" fontAlgn="base" hangingPunct="1">
        <a:spcBef>
          <a:spcPct val="0"/>
        </a:spcBef>
        <a:spcAft>
          <a:spcPct val="0"/>
        </a:spcAft>
        <a:defRPr sz="3733">
          <a:solidFill>
            <a:srgbClr val="5F5F5F"/>
          </a:solidFill>
          <a:latin typeface="Arial" charset="0"/>
          <a:ea typeface="ＭＳ Ｐゴシック" pitchFamily="-112" charset="-128"/>
        </a:defRPr>
      </a:lvl5pPr>
      <a:lvl6pPr marL="609585" algn="l" rtl="0" eaLnBrk="1" fontAlgn="base" hangingPunct="1">
        <a:spcBef>
          <a:spcPct val="0"/>
        </a:spcBef>
        <a:spcAft>
          <a:spcPct val="0"/>
        </a:spcAft>
        <a:defRPr sz="3733">
          <a:solidFill>
            <a:srgbClr val="5F5F5F"/>
          </a:solidFill>
          <a:latin typeface="Arial" charset="0"/>
          <a:ea typeface="ＭＳ Ｐゴシック" pitchFamily="-112" charset="-128"/>
        </a:defRPr>
      </a:lvl6pPr>
      <a:lvl7pPr marL="1219170" algn="l" rtl="0" eaLnBrk="1" fontAlgn="base" hangingPunct="1">
        <a:spcBef>
          <a:spcPct val="0"/>
        </a:spcBef>
        <a:spcAft>
          <a:spcPct val="0"/>
        </a:spcAft>
        <a:defRPr sz="3733">
          <a:solidFill>
            <a:srgbClr val="5F5F5F"/>
          </a:solidFill>
          <a:latin typeface="Arial" charset="0"/>
          <a:ea typeface="ＭＳ Ｐゴシック" pitchFamily="-112" charset="-128"/>
        </a:defRPr>
      </a:lvl7pPr>
      <a:lvl8pPr marL="1828754" algn="l" rtl="0" eaLnBrk="1" fontAlgn="base" hangingPunct="1">
        <a:spcBef>
          <a:spcPct val="0"/>
        </a:spcBef>
        <a:spcAft>
          <a:spcPct val="0"/>
        </a:spcAft>
        <a:defRPr sz="3733">
          <a:solidFill>
            <a:srgbClr val="5F5F5F"/>
          </a:solidFill>
          <a:latin typeface="Arial" charset="0"/>
          <a:ea typeface="ＭＳ Ｐゴシック" pitchFamily="-112" charset="-128"/>
        </a:defRPr>
      </a:lvl8pPr>
      <a:lvl9pPr marL="2438339" algn="l" rtl="0" eaLnBrk="1" fontAlgn="base" hangingPunct="1">
        <a:spcBef>
          <a:spcPct val="0"/>
        </a:spcBef>
        <a:spcAft>
          <a:spcPct val="0"/>
        </a:spcAft>
        <a:defRPr sz="3733">
          <a:solidFill>
            <a:srgbClr val="5F5F5F"/>
          </a:solidFill>
          <a:latin typeface="Arial" charset="0"/>
          <a:ea typeface="ＭＳ Ｐゴシック" pitchFamily="-112" charset="-128"/>
        </a:defRPr>
      </a:lvl9pPr>
    </p:titleStyle>
    <p:bodyStyle>
      <a:lvl1pPr marL="360000" indent="-360000" algn="l" rtl="0" eaLnBrk="1" fontAlgn="base" hangingPunct="1">
        <a:spcBef>
          <a:spcPts val="800"/>
        </a:spcBef>
        <a:spcAft>
          <a:spcPct val="0"/>
        </a:spcAft>
        <a:buFont typeface="System Font Regular"/>
        <a:buChar char="•"/>
        <a:tabLst/>
        <a:defRPr sz="2000">
          <a:solidFill>
            <a:schemeClr val="tx2"/>
          </a:solidFill>
          <a:latin typeface="+mn-lt"/>
          <a:ea typeface="+mn-ea"/>
          <a:cs typeface="+mn-cs"/>
        </a:defRPr>
      </a:lvl1pPr>
      <a:lvl2pPr marL="756000" indent="-252000" algn="l" rtl="0" eaLnBrk="1" fontAlgn="base" hangingPunct="1">
        <a:spcBef>
          <a:spcPts val="400"/>
        </a:spcBef>
        <a:spcAft>
          <a:spcPts val="0"/>
        </a:spcAft>
        <a:buFont typeface="System Font Regular"/>
        <a:buChar char="–"/>
        <a:defRPr sz="1800">
          <a:solidFill>
            <a:schemeClr val="tx2"/>
          </a:solidFill>
          <a:latin typeface="+mn-lt"/>
          <a:ea typeface="+mn-ea"/>
        </a:defRPr>
      </a:lvl2pPr>
      <a:lvl3pPr marL="1260000" indent="-252000" algn="l" rtl="0" eaLnBrk="1" fontAlgn="base" hangingPunct="1">
        <a:spcBef>
          <a:spcPts val="400"/>
        </a:spcBef>
        <a:spcAft>
          <a:spcPct val="0"/>
        </a:spcAft>
        <a:buFont typeface="System Font Regular"/>
        <a:buChar char="•"/>
        <a:defRPr sz="1600">
          <a:solidFill>
            <a:schemeClr val="tx2"/>
          </a:solidFill>
          <a:latin typeface="+mn-lt"/>
          <a:ea typeface="+mn-ea"/>
        </a:defRPr>
      </a:lvl3pPr>
      <a:lvl4pPr marL="1692000" indent="-252000" algn="l" rtl="0" eaLnBrk="1" fontAlgn="base" hangingPunct="1">
        <a:spcBef>
          <a:spcPts val="400"/>
        </a:spcBef>
        <a:spcAft>
          <a:spcPct val="0"/>
        </a:spcAft>
        <a:buFont typeface="System Font Regular"/>
        <a:buChar char="–"/>
        <a:defRPr sz="1400">
          <a:solidFill>
            <a:schemeClr val="tx2"/>
          </a:solidFill>
          <a:latin typeface="+mn-lt"/>
          <a:ea typeface="+mn-ea"/>
        </a:defRPr>
      </a:lvl4pPr>
      <a:lvl5pPr marL="2160000" indent="-252000" algn="l" rtl="0" eaLnBrk="1" fontAlgn="base" hangingPunct="1">
        <a:spcBef>
          <a:spcPts val="200"/>
        </a:spcBef>
        <a:spcAft>
          <a:spcPct val="0"/>
        </a:spcAft>
        <a:buFont typeface="Arial" panose="020B0604020202020204" pitchFamily="34" charset="0"/>
        <a:buChar char="•"/>
        <a:defRPr sz="1400">
          <a:solidFill>
            <a:schemeClr val="tx2"/>
          </a:solidFill>
          <a:latin typeface="+mn-lt"/>
          <a:ea typeface="+mn-ea"/>
        </a:defRPr>
      </a:lvl5pPr>
      <a:lvl6pPr marL="3352716" indent="-304792" algn="l" rtl="0" eaLnBrk="1" fontAlgn="base" hangingPunct="1">
        <a:spcBef>
          <a:spcPct val="20000"/>
        </a:spcBef>
        <a:spcAft>
          <a:spcPct val="0"/>
        </a:spcAft>
        <a:buChar char="»"/>
        <a:defRPr sz="1867">
          <a:solidFill>
            <a:schemeClr val="tx1"/>
          </a:solidFill>
          <a:latin typeface="+mn-lt"/>
          <a:ea typeface="+mn-ea"/>
        </a:defRPr>
      </a:lvl6pPr>
      <a:lvl7pPr marL="3962301" indent="-304792" algn="l" rtl="0" eaLnBrk="1" fontAlgn="base" hangingPunct="1">
        <a:spcBef>
          <a:spcPct val="20000"/>
        </a:spcBef>
        <a:spcAft>
          <a:spcPct val="0"/>
        </a:spcAft>
        <a:buChar char="»"/>
        <a:defRPr sz="1867">
          <a:solidFill>
            <a:schemeClr val="tx1"/>
          </a:solidFill>
          <a:latin typeface="+mn-lt"/>
          <a:ea typeface="+mn-ea"/>
        </a:defRPr>
      </a:lvl7pPr>
      <a:lvl8pPr marL="4571886" indent="-304792" algn="l" rtl="0" eaLnBrk="1" fontAlgn="base" hangingPunct="1">
        <a:spcBef>
          <a:spcPct val="20000"/>
        </a:spcBef>
        <a:spcAft>
          <a:spcPct val="0"/>
        </a:spcAft>
        <a:buChar char="»"/>
        <a:defRPr sz="1867">
          <a:solidFill>
            <a:schemeClr val="tx1"/>
          </a:solidFill>
          <a:latin typeface="+mn-lt"/>
          <a:ea typeface="+mn-ea"/>
        </a:defRPr>
      </a:lvl8pPr>
      <a:lvl9pPr marL="5181470" indent="-304792" algn="l" rtl="0" eaLnBrk="1" fontAlgn="base" hangingPunct="1">
        <a:spcBef>
          <a:spcPct val="20000"/>
        </a:spcBef>
        <a:spcAft>
          <a:spcPct val="0"/>
        </a:spcAft>
        <a:buChar char="»"/>
        <a:defRPr sz="1867">
          <a:solidFill>
            <a:schemeClr val="tx1"/>
          </a:solidFill>
          <a:latin typeface="+mn-lt"/>
          <a:ea typeface="+mn-ea"/>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image" Target="../media/image18.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9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95.xml"/><Relationship Id="rId6" Type="http://schemas.openxmlformats.org/officeDocument/2006/relationships/image" Target="../media/image24.png"/><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95.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95.xml"/><Relationship Id="rId6" Type="http://schemas.openxmlformats.org/officeDocument/2006/relationships/image" Target="../media/image28.png"/><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9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3.svg"/><Relationship Id="rId2" Type="http://schemas.openxmlformats.org/officeDocument/2006/relationships/notesSlide" Target="../notesSlides/notesSlide10.xml"/><Relationship Id="rId1" Type="http://schemas.openxmlformats.org/officeDocument/2006/relationships/slideLayout" Target="../slideLayouts/slideLayout9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9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9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95.xml"/><Relationship Id="rId6" Type="http://schemas.openxmlformats.org/officeDocument/2006/relationships/image" Target="../media/image28.png"/><Relationship Id="rId5" Type="http://schemas.openxmlformats.org/officeDocument/2006/relationships/image" Target="../media/image23.sv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9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hyperlink" Target="mailto:James.Bristow@plantandfood.co.nz" TargetMode="External"/><Relationship Id="rId7" Type="http://schemas.openxmlformats.org/officeDocument/2006/relationships/hyperlink" Target="mailto:Lindy.Guo@plantandfood.co.nz" TargetMode="External"/><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hyperlink" Target="mailto:Yongqi.Liang@plantandfood.co.nz" TargetMode="External"/><Relationship Id="rId5" Type="http://schemas.openxmlformats.org/officeDocument/2006/relationships/hyperlink" Target="mailto:Tom.Moore@plantandfood.co.nz" TargetMode="External"/><Relationship Id="rId4" Type="http://schemas.openxmlformats.org/officeDocument/2006/relationships/hyperlink" Target="mailto:Jingjing.Zhang@plantandfood.co.n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79D9D623-3402-F449-B465-99B8DA5951EB}"/>
              </a:ext>
            </a:extLst>
          </p:cNvPr>
          <p:cNvPicPr>
            <a:picLocks noGrp="1" noChangeAspect="1"/>
          </p:cNvPicPr>
          <p:nvPr>
            <p:ph type="pic" sz="quarter" idx="25"/>
          </p:nvPr>
        </p:nvPicPr>
        <p:blipFill rotWithShape="1">
          <a:blip r:embed="rId3" cstate="screen">
            <a:extLst>
              <a:ext uri="{28A0092B-C50C-407E-A947-70E740481C1C}">
                <a14:useLocalDpi xmlns:a14="http://schemas.microsoft.com/office/drawing/2010/main"/>
              </a:ext>
            </a:extLst>
          </a:blip>
          <a:srcRect/>
          <a:stretch/>
        </p:blipFill>
        <p:spPr>
          <a:xfrm>
            <a:off x="9786067" y="2392076"/>
            <a:ext cx="2599831" cy="2628000"/>
          </a:xfrm>
        </p:spPr>
      </p:pic>
      <p:pic>
        <p:nvPicPr>
          <p:cNvPr id="19" name="Picture Placeholder 18">
            <a:extLst>
              <a:ext uri="{FF2B5EF4-FFF2-40B4-BE49-F238E27FC236}">
                <a16:creationId xmlns:a16="http://schemas.microsoft.com/office/drawing/2014/main" id="{13EA9D76-C3B2-6C49-84D2-51087A0F47B7}"/>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pic>
        <p:nvPicPr>
          <p:cNvPr id="8" name="Picture Placeholder 7">
            <a:extLst>
              <a:ext uri="{FF2B5EF4-FFF2-40B4-BE49-F238E27FC236}">
                <a16:creationId xmlns:a16="http://schemas.microsoft.com/office/drawing/2014/main" id="{A59586AF-07E1-3647-9D4D-82D80D3FA071}"/>
              </a:ext>
            </a:extLst>
          </p:cNvPr>
          <p:cNvPicPr>
            <a:picLocks noGrp="1" noChangeAspect="1"/>
          </p:cNvPicPr>
          <p:nvPr>
            <p:ph type="pic" sz="quarter" idx="23"/>
          </p:nvPr>
        </p:nvPicPr>
        <p:blipFill>
          <a:blip r:embed="rId5" cstate="screen">
            <a:extLst>
              <a:ext uri="{28A0092B-C50C-407E-A947-70E740481C1C}">
                <a14:useLocalDpi xmlns:a14="http://schemas.microsoft.com/office/drawing/2010/main"/>
              </a:ext>
            </a:extLst>
          </a:blip>
          <a:srcRect/>
          <a:stretch>
            <a:fillRect/>
          </a:stretch>
        </p:blipFill>
        <p:spPr/>
      </p:pic>
      <p:sp>
        <p:nvSpPr>
          <p:cNvPr id="7" name="Subtitle 6">
            <a:extLst>
              <a:ext uri="{FF2B5EF4-FFF2-40B4-BE49-F238E27FC236}">
                <a16:creationId xmlns:a16="http://schemas.microsoft.com/office/drawing/2014/main" id="{0330395E-D510-0BB3-0080-07E03F7102F7}"/>
              </a:ext>
            </a:extLst>
          </p:cNvPr>
          <p:cNvSpPr>
            <a:spLocks noGrp="1"/>
          </p:cNvSpPr>
          <p:nvPr>
            <p:ph type="subTitle" idx="1"/>
          </p:nvPr>
        </p:nvSpPr>
        <p:spPr>
          <a:xfrm>
            <a:off x="821365" y="5272696"/>
            <a:ext cx="5276090" cy="648072"/>
          </a:xfrm>
        </p:spPr>
        <p:txBody>
          <a:bodyPr/>
          <a:lstStyle/>
          <a:p>
            <a:r>
              <a:rPr lang="en-US" sz="1800" b="0">
                <a:cs typeface="Arial"/>
              </a:rPr>
              <a:t>James Bristow, Jingjing Zhang,</a:t>
            </a:r>
            <a:r>
              <a:rPr lang="en-US" sz="1800" b="0">
                <a:ea typeface="+mn-lt"/>
                <a:cs typeface="+mn-lt"/>
              </a:rPr>
              <a:t> Hana Liang</a:t>
            </a:r>
            <a:r>
              <a:rPr lang="en-US" sz="1800" b="0">
                <a:cs typeface="Arial"/>
              </a:rPr>
              <a:t>, Lindy Guo</a:t>
            </a:r>
          </a:p>
          <a:p>
            <a:endParaRPr lang="en-NZ">
              <a:cs typeface="Arial"/>
            </a:endParaRPr>
          </a:p>
        </p:txBody>
      </p:sp>
      <p:sp>
        <p:nvSpPr>
          <p:cNvPr id="4" name="Title 3">
            <a:extLst>
              <a:ext uri="{FF2B5EF4-FFF2-40B4-BE49-F238E27FC236}">
                <a16:creationId xmlns:a16="http://schemas.microsoft.com/office/drawing/2014/main" id="{B63E5BB7-6FD8-B7B6-A0F1-29D66DC74D41}"/>
              </a:ext>
            </a:extLst>
          </p:cNvPr>
          <p:cNvSpPr>
            <a:spLocks noGrp="1"/>
          </p:cNvSpPr>
          <p:nvPr>
            <p:ph type="title"/>
          </p:nvPr>
        </p:nvSpPr>
        <p:spPr>
          <a:xfrm>
            <a:off x="820800" y="1988840"/>
            <a:ext cx="6300792" cy="3028241"/>
          </a:xfrm>
        </p:spPr>
        <p:txBody>
          <a:bodyPr/>
          <a:lstStyle/>
          <a:p>
            <a:r>
              <a:rPr lang="en-NZ" sz="3200" b="0">
                <a:cs typeface="Arial"/>
              </a:rPr>
              <a:t>Pipeline development for R: Working with tidymodels</a:t>
            </a:r>
            <a:endParaRPr lang="en-NZ" sz="3200" b="0">
              <a:solidFill>
                <a:srgbClr val="79BC64"/>
              </a:solidFill>
              <a:cs typeface="Arial"/>
            </a:endParaRPr>
          </a:p>
          <a:p>
            <a:endParaRPr lang="en-NZ">
              <a:cs typeface="Arial"/>
            </a:endParaRPr>
          </a:p>
        </p:txBody>
      </p:sp>
    </p:spTree>
    <p:extLst>
      <p:ext uri="{BB962C8B-B14F-4D97-AF65-F5344CB8AC3E}">
        <p14:creationId xmlns:p14="http://schemas.microsoft.com/office/powerpoint/2010/main" val="1953889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E86C-DCF0-F3FC-5AD7-6DE8E7062145}"/>
            </a:ext>
          </a:extLst>
        </p:cNvPr>
        <p:cNvGrpSpPr/>
        <p:nvPr/>
      </p:nvGrpSpPr>
      <p:grpSpPr>
        <a:xfrm>
          <a:off x="0" y="0"/>
          <a:ext cx="0" cy="0"/>
          <a:chOff x="0" y="0"/>
          <a:chExt cx="0" cy="0"/>
        </a:xfrm>
      </p:grpSpPr>
      <p:sp>
        <p:nvSpPr>
          <p:cNvPr id="3" name="Title 6">
            <a:extLst>
              <a:ext uri="{FF2B5EF4-FFF2-40B4-BE49-F238E27FC236}">
                <a16:creationId xmlns:a16="http://schemas.microsoft.com/office/drawing/2014/main" id="{2759F736-2B40-982C-430E-E3D69C42EAE2}"/>
              </a:ext>
            </a:extLst>
          </p:cNvPr>
          <p:cNvSpPr>
            <a:spLocks noGrp="1"/>
          </p:cNvSpPr>
          <p:nvPr/>
        </p:nvSpPr>
        <p:spPr bwMode="auto">
          <a:xfrm>
            <a:off x="4895740" y="520575"/>
            <a:ext cx="2387906" cy="6974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latin typeface="+mj-lt"/>
                <a:ea typeface="+mj-ea"/>
                <a:cs typeface="+mj-cs"/>
              </a:defRPr>
            </a:lvl1pPr>
            <a:lvl2pPr algn="l" rtl="0" eaLnBrk="1" fontAlgn="base" hangingPunct="1">
              <a:spcBef>
                <a:spcPct val="0"/>
              </a:spcBef>
              <a:spcAft>
                <a:spcPct val="0"/>
              </a:spcAft>
              <a:defRPr sz="3733">
                <a:solidFill>
                  <a:srgbClr val="5F5F5F"/>
                </a:solidFill>
                <a:latin typeface="Arial" charset="0"/>
                <a:ea typeface="ＭＳ Ｐゴシック" pitchFamily="-112" charset="-128"/>
              </a:defRPr>
            </a:lvl2pPr>
            <a:lvl3pPr algn="l" rtl="0" eaLnBrk="1" fontAlgn="base" hangingPunct="1">
              <a:spcBef>
                <a:spcPct val="0"/>
              </a:spcBef>
              <a:spcAft>
                <a:spcPct val="0"/>
              </a:spcAft>
              <a:defRPr sz="3733">
                <a:solidFill>
                  <a:srgbClr val="5F5F5F"/>
                </a:solidFill>
                <a:latin typeface="Arial" charset="0"/>
                <a:ea typeface="ＭＳ Ｐゴシック" pitchFamily="-112" charset="-128"/>
              </a:defRPr>
            </a:lvl3pPr>
            <a:lvl4pPr algn="l" rtl="0" eaLnBrk="1" fontAlgn="base" hangingPunct="1">
              <a:spcBef>
                <a:spcPct val="0"/>
              </a:spcBef>
              <a:spcAft>
                <a:spcPct val="0"/>
              </a:spcAft>
              <a:defRPr sz="3733">
                <a:solidFill>
                  <a:srgbClr val="5F5F5F"/>
                </a:solidFill>
                <a:latin typeface="Arial" charset="0"/>
                <a:ea typeface="ＭＳ Ｐゴシック" pitchFamily="-112" charset="-128"/>
              </a:defRPr>
            </a:lvl4pPr>
            <a:lvl5pPr algn="l" rtl="0" eaLnBrk="1" fontAlgn="base" hangingPunct="1">
              <a:spcBef>
                <a:spcPct val="0"/>
              </a:spcBef>
              <a:spcAft>
                <a:spcPct val="0"/>
              </a:spcAft>
              <a:defRPr sz="3733">
                <a:solidFill>
                  <a:srgbClr val="5F5F5F"/>
                </a:solidFill>
                <a:latin typeface="Arial" charset="0"/>
                <a:ea typeface="ＭＳ Ｐゴシック" pitchFamily="-112" charset="-128"/>
              </a:defRPr>
            </a:lvl5pPr>
            <a:lvl6pPr marL="609585" algn="l" rtl="0" eaLnBrk="1" fontAlgn="base" hangingPunct="1">
              <a:spcBef>
                <a:spcPct val="0"/>
              </a:spcBef>
              <a:spcAft>
                <a:spcPct val="0"/>
              </a:spcAft>
              <a:defRPr sz="3733">
                <a:solidFill>
                  <a:srgbClr val="5F5F5F"/>
                </a:solidFill>
                <a:latin typeface="Arial" charset="0"/>
                <a:ea typeface="ＭＳ Ｐゴシック" pitchFamily="-112" charset="-128"/>
              </a:defRPr>
            </a:lvl6pPr>
            <a:lvl7pPr marL="1219170" algn="l" rtl="0" eaLnBrk="1" fontAlgn="base" hangingPunct="1">
              <a:spcBef>
                <a:spcPct val="0"/>
              </a:spcBef>
              <a:spcAft>
                <a:spcPct val="0"/>
              </a:spcAft>
              <a:defRPr sz="3733">
                <a:solidFill>
                  <a:srgbClr val="5F5F5F"/>
                </a:solidFill>
                <a:latin typeface="Arial" charset="0"/>
                <a:ea typeface="ＭＳ Ｐゴシック" pitchFamily="-112" charset="-128"/>
              </a:defRPr>
            </a:lvl7pPr>
            <a:lvl8pPr marL="1828754" algn="l" rtl="0" eaLnBrk="1" fontAlgn="base" hangingPunct="1">
              <a:spcBef>
                <a:spcPct val="0"/>
              </a:spcBef>
              <a:spcAft>
                <a:spcPct val="0"/>
              </a:spcAft>
              <a:defRPr sz="3733">
                <a:solidFill>
                  <a:srgbClr val="5F5F5F"/>
                </a:solidFill>
                <a:latin typeface="Arial" charset="0"/>
                <a:ea typeface="ＭＳ Ｐゴシック" pitchFamily="-112" charset="-128"/>
              </a:defRPr>
            </a:lvl8pPr>
            <a:lvl9pPr marL="2438339" algn="l" rtl="0" eaLnBrk="1" fontAlgn="base" hangingPunct="1">
              <a:spcBef>
                <a:spcPct val="0"/>
              </a:spcBef>
              <a:spcAft>
                <a:spcPct val="0"/>
              </a:spcAft>
              <a:defRPr sz="3733">
                <a:solidFill>
                  <a:srgbClr val="5F5F5F"/>
                </a:solidFill>
                <a:latin typeface="Arial" charset="0"/>
                <a:ea typeface="ＭＳ Ｐゴシック" pitchFamily="-112" charset="-128"/>
              </a:defRPr>
            </a:lvl9pPr>
          </a:lstStyle>
          <a:p>
            <a:pPr algn="ctr"/>
            <a:endParaRPr lang="en-NZ">
              <a:cs typeface="Arial" panose="020B0604020202020204"/>
            </a:endParaRPr>
          </a:p>
        </p:txBody>
      </p:sp>
      <p:sp>
        <p:nvSpPr>
          <p:cNvPr id="7" name="Content Placeholder 5">
            <a:extLst>
              <a:ext uri="{FF2B5EF4-FFF2-40B4-BE49-F238E27FC236}">
                <a16:creationId xmlns:a16="http://schemas.microsoft.com/office/drawing/2014/main" id="{6E42C59C-31E0-B2BA-85E1-4FCB084F5ED2}"/>
              </a:ext>
            </a:extLst>
          </p:cNvPr>
          <p:cNvSpPr txBox="1">
            <a:spLocks/>
          </p:cNvSpPr>
          <p:nvPr/>
        </p:nvSpPr>
        <p:spPr>
          <a:xfrm>
            <a:off x="781827" y="1450764"/>
            <a:ext cx="4697850" cy="5410509"/>
          </a:xfrm>
          <a:prstGeom prst="rect">
            <a:avLst/>
          </a:prstGeom>
        </p:spPr>
        <p:txBody>
          <a:bodyPr lIns="91440" tIns="45720" rIns="91440" bIns="45720" anchor="t"/>
          <a:lstStyle>
            <a:lvl1pPr marL="360000" indent="-360000" algn="l" rtl="0" eaLnBrk="1" fontAlgn="base" hangingPunct="1">
              <a:spcBef>
                <a:spcPts val="800"/>
              </a:spcBef>
              <a:spcAft>
                <a:spcPct val="0"/>
              </a:spcAft>
              <a:buFont typeface="System Font Regular"/>
              <a:buChar char="•"/>
              <a:tabLst/>
              <a:defRPr sz="2000">
                <a:solidFill>
                  <a:schemeClr val="tx2"/>
                </a:solidFill>
                <a:latin typeface="+mn-lt"/>
                <a:ea typeface="+mn-ea"/>
                <a:cs typeface="+mn-cs"/>
              </a:defRPr>
            </a:lvl1pPr>
            <a:lvl2pPr marL="756000" indent="-252000" algn="l" rtl="0" eaLnBrk="1" fontAlgn="base" hangingPunct="1">
              <a:spcBef>
                <a:spcPts val="400"/>
              </a:spcBef>
              <a:spcAft>
                <a:spcPts val="0"/>
              </a:spcAft>
              <a:buFont typeface="System Font Regular"/>
              <a:buChar char="–"/>
              <a:defRPr sz="1800">
                <a:solidFill>
                  <a:schemeClr val="tx2"/>
                </a:solidFill>
                <a:latin typeface="+mn-lt"/>
                <a:ea typeface="+mn-ea"/>
              </a:defRPr>
            </a:lvl2pPr>
            <a:lvl3pPr marL="1260000" indent="-252000" algn="l" rtl="0" eaLnBrk="1" fontAlgn="base" hangingPunct="1">
              <a:spcBef>
                <a:spcPts val="400"/>
              </a:spcBef>
              <a:spcAft>
                <a:spcPct val="0"/>
              </a:spcAft>
              <a:buFont typeface="System Font Regular"/>
              <a:buChar char="•"/>
              <a:defRPr sz="1600">
                <a:solidFill>
                  <a:schemeClr val="tx2"/>
                </a:solidFill>
                <a:latin typeface="+mn-lt"/>
                <a:ea typeface="+mn-ea"/>
              </a:defRPr>
            </a:lvl3pPr>
            <a:lvl4pPr marL="1692000" indent="-252000" algn="l" rtl="0" eaLnBrk="1" fontAlgn="base" hangingPunct="1">
              <a:spcBef>
                <a:spcPts val="400"/>
              </a:spcBef>
              <a:spcAft>
                <a:spcPct val="0"/>
              </a:spcAft>
              <a:buFont typeface="System Font Regular"/>
              <a:buChar char="–"/>
              <a:defRPr sz="1400">
                <a:solidFill>
                  <a:schemeClr val="tx2"/>
                </a:solidFill>
                <a:latin typeface="+mn-lt"/>
                <a:ea typeface="+mn-ea"/>
              </a:defRPr>
            </a:lvl4pPr>
            <a:lvl5pPr marL="2160000" indent="-252000" algn="l" rtl="0" eaLnBrk="1" fontAlgn="base" hangingPunct="1">
              <a:spcBef>
                <a:spcPts val="200"/>
              </a:spcBef>
              <a:spcAft>
                <a:spcPct val="0"/>
              </a:spcAft>
              <a:buFont typeface="Arial" panose="020B0604020202020204" pitchFamily="34" charset="0"/>
              <a:buChar char="•"/>
              <a:defRPr sz="1400">
                <a:solidFill>
                  <a:schemeClr val="tx2"/>
                </a:solidFill>
                <a:latin typeface="+mn-lt"/>
                <a:ea typeface="+mn-ea"/>
              </a:defRPr>
            </a:lvl5pPr>
            <a:lvl6pPr marL="3352716" indent="-304792" algn="l" rtl="0" eaLnBrk="1" fontAlgn="base" hangingPunct="1">
              <a:spcBef>
                <a:spcPct val="20000"/>
              </a:spcBef>
              <a:spcAft>
                <a:spcPct val="0"/>
              </a:spcAft>
              <a:buChar char="»"/>
              <a:defRPr sz="1867">
                <a:solidFill>
                  <a:schemeClr val="tx1"/>
                </a:solidFill>
                <a:latin typeface="+mn-lt"/>
                <a:ea typeface="+mn-ea"/>
              </a:defRPr>
            </a:lvl6pPr>
            <a:lvl7pPr marL="3962301" indent="-304792" algn="l" rtl="0" eaLnBrk="1" fontAlgn="base" hangingPunct="1">
              <a:spcBef>
                <a:spcPct val="20000"/>
              </a:spcBef>
              <a:spcAft>
                <a:spcPct val="0"/>
              </a:spcAft>
              <a:buChar char="»"/>
              <a:defRPr sz="1867">
                <a:solidFill>
                  <a:schemeClr val="tx1"/>
                </a:solidFill>
                <a:latin typeface="+mn-lt"/>
                <a:ea typeface="+mn-ea"/>
              </a:defRPr>
            </a:lvl7pPr>
            <a:lvl8pPr marL="4571886" indent="-304792" algn="l" rtl="0" eaLnBrk="1" fontAlgn="base" hangingPunct="1">
              <a:spcBef>
                <a:spcPct val="20000"/>
              </a:spcBef>
              <a:spcAft>
                <a:spcPct val="0"/>
              </a:spcAft>
              <a:buChar char="»"/>
              <a:defRPr sz="1867">
                <a:solidFill>
                  <a:schemeClr val="tx1"/>
                </a:solidFill>
                <a:latin typeface="+mn-lt"/>
                <a:ea typeface="+mn-ea"/>
              </a:defRPr>
            </a:lvl8pPr>
            <a:lvl9pPr marL="5181470" indent="-304792" algn="l" rtl="0" eaLnBrk="1" fontAlgn="base" hangingPunct="1">
              <a:spcBef>
                <a:spcPct val="20000"/>
              </a:spcBef>
              <a:spcAft>
                <a:spcPct val="0"/>
              </a:spcAft>
              <a:buChar char="»"/>
              <a:defRPr sz="1867">
                <a:solidFill>
                  <a:schemeClr val="tx1"/>
                </a:solidFill>
                <a:latin typeface="+mn-lt"/>
                <a:ea typeface="+mn-ea"/>
              </a:defRPr>
            </a:lvl9pPr>
          </a:lstStyle>
          <a:p>
            <a:pPr marL="342900" indent="-342900">
              <a:buFont typeface="Arial,Sans-Serif"/>
              <a:buChar char="•"/>
            </a:pPr>
            <a:r>
              <a:rPr lang="en-NZ" kern="0">
                <a:solidFill>
                  <a:srgbClr val="3E5D58"/>
                </a:solidFill>
                <a:cs typeface="Arial"/>
              </a:rPr>
              <a:t>Introduction</a:t>
            </a:r>
            <a:endParaRPr lang="en-US" kern="0">
              <a:solidFill>
                <a:srgbClr val="3E5D58"/>
              </a:solidFill>
              <a:cs typeface="Arial"/>
            </a:endParaRPr>
          </a:p>
          <a:p>
            <a:pPr marL="342900" indent="-342900">
              <a:buFont typeface="Arial,Sans-Serif"/>
            </a:pPr>
            <a:r>
              <a:rPr lang="en-NZ" kern="0">
                <a:solidFill>
                  <a:srgbClr val="3E5D58"/>
                </a:solidFill>
                <a:cs typeface="Arial"/>
              </a:rPr>
              <a:t>Examples</a:t>
            </a:r>
            <a:endParaRPr lang="en-US" kern="0">
              <a:solidFill>
                <a:srgbClr val="3E5D58"/>
              </a:solidFill>
              <a:cs typeface="Arial"/>
            </a:endParaRPr>
          </a:p>
          <a:p>
            <a:pPr marL="739140" lvl="1" indent="-342900">
              <a:buFont typeface="Courier New,monospace"/>
              <a:buChar char="o"/>
            </a:pPr>
            <a:r>
              <a:rPr lang="en-NZ" kern="0" err="1">
                <a:solidFill>
                  <a:srgbClr val="3E5D58"/>
                </a:solidFill>
                <a:cs typeface="Arial"/>
              </a:rPr>
              <a:t>tidymodels</a:t>
            </a:r>
          </a:p>
          <a:p>
            <a:pPr marL="739140" lvl="1" indent="-342900">
              <a:buFont typeface="Courier New,monospace"/>
              <a:buChar char="o"/>
            </a:pPr>
            <a:r>
              <a:rPr lang="en-NZ" kern="0">
                <a:solidFill>
                  <a:srgbClr val="3E5D58"/>
                </a:solidFill>
                <a:cs typeface="Arial"/>
              </a:rPr>
              <a:t>H2O</a:t>
            </a:r>
          </a:p>
          <a:p>
            <a:pPr marL="739140" lvl="1" indent="-342900">
              <a:buFont typeface="Courier New,monospace"/>
              <a:buChar char="o"/>
            </a:pPr>
            <a:r>
              <a:rPr lang="en-NZ" kern="0">
                <a:solidFill>
                  <a:srgbClr val="3E5D58"/>
                </a:solidFill>
                <a:cs typeface="Arial"/>
              </a:rPr>
              <a:t>vetiver</a:t>
            </a:r>
          </a:p>
          <a:p>
            <a:pPr marL="739140" lvl="1" indent="-342900">
              <a:buFont typeface="Courier New,monospace"/>
              <a:buChar char="o"/>
            </a:pPr>
            <a:r>
              <a:rPr lang="en-NZ" kern="0">
                <a:solidFill>
                  <a:srgbClr val="3E5D58"/>
                </a:solidFill>
                <a:cs typeface="Arial"/>
              </a:rPr>
              <a:t>Docker</a:t>
            </a:r>
          </a:p>
          <a:p>
            <a:pPr marL="739140" lvl="1" indent="-342900">
              <a:buFont typeface="Courier New,monospace"/>
              <a:buChar char="o"/>
            </a:pPr>
            <a:r>
              <a:rPr lang="en-NZ" kern="0">
                <a:solidFill>
                  <a:srgbClr val="3E5D58"/>
                </a:solidFill>
                <a:cs typeface="Arial"/>
              </a:rPr>
              <a:t>Kubernetes</a:t>
            </a:r>
          </a:p>
          <a:p>
            <a:pPr marL="342900" indent="-342900">
              <a:buFont typeface="Arial,Sans-Serif"/>
            </a:pPr>
            <a:r>
              <a:rPr lang="en-NZ" kern="0">
                <a:solidFill>
                  <a:srgbClr val="3E5D58"/>
                </a:solidFill>
                <a:cs typeface="Arial"/>
              </a:rPr>
              <a:t>Discussion</a:t>
            </a:r>
            <a:endParaRPr lang="en-US" kern="0">
              <a:solidFill>
                <a:srgbClr val="3E5D58"/>
              </a:solidFill>
              <a:cs typeface="Arial"/>
            </a:endParaRPr>
          </a:p>
          <a:p>
            <a:pPr marL="359410" indent="-359410"/>
            <a:endParaRPr lang="en-NZ" kern="0">
              <a:solidFill>
                <a:schemeClr val="tx1"/>
              </a:solidFill>
              <a:cs typeface="Arial"/>
            </a:endParaRPr>
          </a:p>
        </p:txBody>
      </p:sp>
      <p:sp>
        <p:nvSpPr>
          <p:cNvPr id="33" name="Title 32">
            <a:extLst>
              <a:ext uri="{FF2B5EF4-FFF2-40B4-BE49-F238E27FC236}">
                <a16:creationId xmlns:a16="http://schemas.microsoft.com/office/drawing/2014/main" id="{0B668288-815F-CE7C-8FA9-1F06726C3748}"/>
              </a:ext>
            </a:extLst>
          </p:cNvPr>
          <p:cNvSpPr>
            <a:spLocks noGrp="1"/>
          </p:cNvSpPr>
          <p:nvPr>
            <p:ph type="title"/>
          </p:nvPr>
        </p:nvSpPr>
        <p:spPr>
          <a:xfrm>
            <a:off x="884457" y="520575"/>
            <a:ext cx="4487000" cy="697427"/>
          </a:xfrm>
        </p:spPr>
        <p:txBody>
          <a:bodyPr/>
          <a:lstStyle/>
          <a:p>
            <a:pPr algn="ctr"/>
            <a:r>
              <a:rPr lang="en-NZ">
                <a:cs typeface="Arial"/>
              </a:rPr>
              <a:t>Overview</a:t>
            </a:r>
            <a:endParaRPr lang="en-US" b="0">
              <a:solidFill>
                <a:srgbClr val="000000"/>
              </a:solidFill>
              <a:cs typeface="Arial"/>
            </a:endParaRPr>
          </a:p>
          <a:p>
            <a:endParaRPr lang="en-US">
              <a:cs typeface="Arial"/>
            </a:endParaRPr>
          </a:p>
        </p:txBody>
      </p:sp>
    </p:spTree>
    <p:extLst>
      <p:ext uri="{BB962C8B-B14F-4D97-AF65-F5344CB8AC3E}">
        <p14:creationId xmlns:p14="http://schemas.microsoft.com/office/powerpoint/2010/main" val="208661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FDB3A-C274-23F1-B728-19C0A17702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BD580E-74C3-D591-D25D-59A1EC3DF750}"/>
              </a:ext>
            </a:extLst>
          </p:cNvPr>
          <p:cNvSpPr>
            <a:spLocks noGrp="1"/>
          </p:cNvSpPr>
          <p:nvPr>
            <p:ph type="title"/>
          </p:nvPr>
        </p:nvSpPr>
        <p:spPr>
          <a:xfrm>
            <a:off x="720000" y="0"/>
            <a:ext cx="6040664" cy="1124744"/>
          </a:xfrm>
        </p:spPr>
        <p:txBody>
          <a:bodyPr/>
          <a:lstStyle/>
          <a:p>
            <a:r>
              <a:rPr lang="en-NZ"/>
              <a:t>Introduction</a:t>
            </a:r>
            <a:endParaRPr lang="en-US"/>
          </a:p>
        </p:txBody>
      </p:sp>
      <p:sp>
        <p:nvSpPr>
          <p:cNvPr id="6" name="Content Placeholder 5">
            <a:extLst>
              <a:ext uri="{FF2B5EF4-FFF2-40B4-BE49-F238E27FC236}">
                <a16:creationId xmlns:a16="http://schemas.microsoft.com/office/drawing/2014/main" id="{1F147C91-DA35-89BC-14FA-6B5C53E6DAAC}"/>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Part 1: </a:t>
            </a:r>
            <a:r>
              <a:rPr lang="en-NZ" err="1">
                <a:solidFill>
                  <a:schemeClr val="tx1"/>
                </a:solidFill>
                <a:cs typeface="Arial"/>
              </a:rPr>
              <a:t>tidymodels</a:t>
            </a:r>
            <a:r>
              <a:rPr lang="en-NZ">
                <a:solidFill>
                  <a:schemeClr val="tx1"/>
                </a:solidFill>
                <a:cs typeface="Arial"/>
              </a:rPr>
              <a:t>, </a:t>
            </a:r>
            <a:r>
              <a:rPr lang="en-NZ" err="1">
                <a:solidFill>
                  <a:schemeClr val="tx1"/>
                </a:solidFill>
                <a:cs typeface="Arial"/>
              </a:rPr>
              <a:t>workflowsets</a:t>
            </a:r>
            <a:r>
              <a:rPr lang="en-NZ">
                <a:solidFill>
                  <a:schemeClr val="tx1"/>
                </a:solidFill>
                <a:cs typeface="Arial"/>
              </a:rPr>
              <a:t>, and H2O: Machine learning workflows</a:t>
            </a:r>
            <a:endParaRPr lang="en-US">
              <a:solidFill>
                <a:schemeClr val="tx1"/>
              </a:solidFill>
            </a:endParaRPr>
          </a:p>
          <a:p>
            <a:pPr marL="755650" lvl="1" indent="-251460">
              <a:buFont typeface="Courier New"/>
              <a:buChar char="o"/>
            </a:pPr>
            <a:r>
              <a:rPr lang="en-NZ" err="1">
                <a:solidFill>
                  <a:schemeClr val="tx1"/>
                </a:solidFill>
                <a:cs typeface="Arial"/>
              </a:rPr>
              <a:t>workflowsets</a:t>
            </a:r>
            <a:r>
              <a:rPr lang="en-NZ">
                <a:solidFill>
                  <a:schemeClr val="tx1"/>
                </a:solidFill>
                <a:cs typeface="Arial"/>
              </a:rPr>
              <a:t> and stacking</a:t>
            </a:r>
          </a:p>
          <a:p>
            <a:pPr marL="755650" lvl="1" indent="-251460">
              <a:buFont typeface="Courier New"/>
              <a:buChar char="o"/>
            </a:pPr>
            <a:r>
              <a:rPr lang="en-NZ" err="1">
                <a:solidFill>
                  <a:schemeClr val="tx1"/>
                </a:solidFill>
                <a:cs typeface="Arial"/>
              </a:rPr>
              <a:t>conformalisation</a:t>
            </a:r>
            <a:r>
              <a:rPr lang="en-NZ">
                <a:solidFill>
                  <a:schemeClr val="tx1"/>
                </a:solidFill>
                <a:cs typeface="Arial"/>
              </a:rPr>
              <a:t> with probably</a:t>
            </a:r>
          </a:p>
          <a:p>
            <a:pPr marL="755650" lvl="1" indent="-251460">
              <a:buFont typeface="Courier New"/>
              <a:buChar char="o"/>
            </a:pPr>
            <a:r>
              <a:rPr lang="en-NZ">
                <a:solidFill>
                  <a:schemeClr val="tx1"/>
                </a:solidFill>
                <a:cs typeface="Arial"/>
              </a:rPr>
              <a:t>Model interpretation with DALEX</a:t>
            </a:r>
          </a:p>
          <a:p>
            <a:pPr marL="755650" lvl="1" indent="-251460">
              <a:buFont typeface="Courier New"/>
              <a:buChar char="o"/>
            </a:pPr>
            <a:r>
              <a:rPr lang="en-NZ" err="1">
                <a:solidFill>
                  <a:schemeClr val="tx1"/>
                </a:solidFill>
                <a:cs typeface="Arial"/>
              </a:rPr>
              <a:t>AutoML</a:t>
            </a:r>
            <a:r>
              <a:rPr lang="en-NZ">
                <a:solidFill>
                  <a:schemeClr val="tx1"/>
                </a:solidFill>
                <a:cs typeface="Arial"/>
              </a:rPr>
              <a:t> with H2O</a:t>
            </a:r>
          </a:p>
          <a:p>
            <a:pPr marL="359410" indent="-359410"/>
            <a:r>
              <a:rPr lang="en-NZ">
                <a:solidFill>
                  <a:schemeClr val="tx1"/>
                </a:solidFill>
                <a:cs typeface="Arial"/>
              </a:rPr>
              <a:t>Part 2: vetiver and plumber over Kubernetes: </a:t>
            </a:r>
            <a:r>
              <a:rPr lang="en-NZ" err="1">
                <a:solidFill>
                  <a:schemeClr val="tx1"/>
                </a:solidFill>
                <a:cs typeface="Arial"/>
              </a:rPr>
              <a:t>MLOps</a:t>
            </a:r>
          </a:p>
          <a:p>
            <a:pPr marL="755650" lvl="1" indent="-251460">
              <a:buFont typeface="Courier New"/>
              <a:buChar char="o"/>
            </a:pPr>
            <a:r>
              <a:rPr lang="en-NZ">
                <a:solidFill>
                  <a:schemeClr val="tx1"/>
                </a:solidFill>
                <a:cs typeface="Arial"/>
              </a:rPr>
              <a:t>Model cards</a:t>
            </a:r>
          </a:p>
          <a:p>
            <a:pPr marL="755650" lvl="1" indent="-251460">
              <a:buFont typeface="Courier New"/>
              <a:buChar char="o"/>
            </a:pPr>
            <a:r>
              <a:rPr lang="en-NZ">
                <a:solidFill>
                  <a:schemeClr val="tx1"/>
                </a:solidFill>
                <a:cs typeface="Arial"/>
              </a:rPr>
              <a:t>S3</a:t>
            </a:r>
          </a:p>
          <a:p>
            <a:pPr marL="755650" lvl="1" indent="-251460">
              <a:buFont typeface="Courier New"/>
              <a:buChar char="o"/>
            </a:pPr>
            <a:r>
              <a:rPr lang="en-NZ">
                <a:solidFill>
                  <a:schemeClr val="tx1"/>
                </a:solidFill>
                <a:cs typeface="Arial"/>
              </a:rPr>
              <a:t>Containerisation</a:t>
            </a:r>
          </a:p>
          <a:p>
            <a:pPr marL="755650" lvl="1" indent="-251460">
              <a:buFont typeface="Courier New"/>
              <a:buChar char="o"/>
            </a:pPr>
            <a:r>
              <a:rPr lang="en-NZ">
                <a:solidFill>
                  <a:schemeClr val="tx1"/>
                </a:solidFill>
                <a:cs typeface="Arial"/>
              </a:rPr>
              <a:t>Deployment on Kubernetes</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hexagon with colorful lines&#10;&#10;AI-generated content may be incorrect.">
            <a:extLst>
              <a:ext uri="{FF2B5EF4-FFF2-40B4-BE49-F238E27FC236}">
                <a16:creationId xmlns:a16="http://schemas.microsoft.com/office/drawing/2014/main" id="{BC0086BF-001E-FD4D-DD1E-1606FF81C672}"/>
              </a:ext>
            </a:extLst>
          </p:cNvPr>
          <p:cNvPicPr>
            <a:picLocks noChangeAspect="1"/>
          </p:cNvPicPr>
          <p:nvPr/>
        </p:nvPicPr>
        <p:blipFill>
          <a:blip r:embed="rId3"/>
          <a:stretch>
            <a:fillRect/>
          </a:stretch>
        </p:blipFill>
        <p:spPr>
          <a:xfrm>
            <a:off x="6879566" y="830203"/>
            <a:ext cx="1768416" cy="2048954"/>
          </a:xfrm>
          <a:prstGeom prst="rect">
            <a:avLst/>
          </a:prstGeom>
        </p:spPr>
      </p:pic>
      <p:pic>
        <p:nvPicPr>
          <p:cNvPr id="5" name="Picture 4" descr="A logo of a vase&#10;&#10;AI-generated content may be incorrect.">
            <a:extLst>
              <a:ext uri="{FF2B5EF4-FFF2-40B4-BE49-F238E27FC236}">
                <a16:creationId xmlns:a16="http://schemas.microsoft.com/office/drawing/2014/main" id="{5DDCFEB9-2FA6-2386-EA17-702F4658197F}"/>
              </a:ext>
            </a:extLst>
          </p:cNvPr>
          <p:cNvPicPr>
            <a:picLocks noChangeAspect="1"/>
          </p:cNvPicPr>
          <p:nvPr/>
        </p:nvPicPr>
        <p:blipFill>
          <a:blip r:embed="rId4"/>
          <a:stretch>
            <a:fillRect/>
          </a:stretch>
        </p:blipFill>
        <p:spPr>
          <a:xfrm>
            <a:off x="6882352" y="3439784"/>
            <a:ext cx="1791598" cy="2034396"/>
          </a:xfrm>
          <a:prstGeom prst="rect">
            <a:avLst/>
          </a:prstGeom>
        </p:spPr>
      </p:pic>
      <p:pic>
        <p:nvPicPr>
          <p:cNvPr id="7" name="Graphic 6">
            <a:extLst>
              <a:ext uri="{FF2B5EF4-FFF2-40B4-BE49-F238E27FC236}">
                <a16:creationId xmlns:a16="http://schemas.microsoft.com/office/drawing/2014/main" id="{3827A639-9B98-A033-4D7D-FA0E8398CA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55193" y="3441181"/>
            <a:ext cx="1794295" cy="2146621"/>
          </a:xfrm>
          <a:prstGeom prst="rect">
            <a:avLst/>
          </a:prstGeom>
        </p:spPr>
      </p:pic>
      <p:pic>
        <p:nvPicPr>
          <p:cNvPr id="8" name="Picture 7" descr="A hexagon with a logo&#10;&#10;AI-generated content may be incorrect.">
            <a:extLst>
              <a:ext uri="{FF2B5EF4-FFF2-40B4-BE49-F238E27FC236}">
                <a16:creationId xmlns:a16="http://schemas.microsoft.com/office/drawing/2014/main" id="{74A22E97-FC39-740C-523E-06AB7AF33F07}"/>
              </a:ext>
            </a:extLst>
          </p:cNvPr>
          <p:cNvPicPr>
            <a:picLocks noChangeAspect="1"/>
          </p:cNvPicPr>
          <p:nvPr/>
        </p:nvPicPr>
        <p:blipFill>
          <a:blip r:embed="rId7"/>
          <a:stretch>
            <a:fillRect/>
          </a:stretch>
        </p:blipFill>
        <p:spPr>
          <a:xfrm>
            <a:off x="9556541" y="823104"/>
            <a:ext cx="1791598" cy="2034396"/>
          </a:xfrm>
          <a:prstGeom prst="rect">
            <a:avLst/>
          </a:prstGeom>
        </p:spPr>
      </p:pic>
    </p:spTree>
    <p:extLst>
      <p:ext uri="{BB962C8B-B14F-4D97-AF65-F5344CB8AC3E}">
        <p14:creationId xmlns:p14="http://schemas.microsoft.com/office/powerpoint/2010/main" val="1196700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CCC8-4B63-6C07-9693-AA5090EA09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6D88D2-EBC1-193A-7370-1D3BE5EDF5CA}"/>
              </a:ext>
            </a:extLst>
          </p:cNvPr>
          <p:cNvSpPr>
            <a:spLocks noGrp="1"/>
          </p:cNvSpPr>
          <p:nvPr>
            <p:ph type="title"/>
          </p:nvPr>
        </p:nvSpPr>
        <p:spPr>
          <a:xfrm>
            <a:off x="720000" y="0"/>
            <a:ext cx="6040664" cy="1124744"/>
          </a:xfrm>
        </p:spPr>
        <p:txBody>
          <a:bodyPr/>
          <a:lstStyle/>
          <a:p>
            <a:r>
              <a:rPr lang="en-NZ" err="1"/>
              <a:t>tidymodels</a:t>
            </a:r>
            <a:endParaRPr lang="en-US" err="1"/>
          </a:p>
        </p:txBody>
      </p:sp>
      <p:sp>
        <p:nvSpPr>
          <p:cNvPr id="6" name="Content Placeholder 5">
            <a:extLst>
              <a:ext uri="{FF2B5EF4-FFF2-40B4-BE49-F238E27FC236}">
                <a16:creationId xmlns:a16="http://schemas.microsoft.com/office/drawing/2014/main" id="{8B0A9A20-FA58-9A90-BAE4-03F9A42986F9}"/>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Framework in R with </a:t>
            </a:r>
            <a:r>
              <a:rPr lang="en-NZ" err="1">
                <a:solidFill>
                  <a:schemeClr val="tx1"/>
                </a:solidFill>
                <a:cs typeface="Arial"/>
              </a:rPr>
              <a:t>tidyverse</a:t>
            </a:r>
            <a:r>
              <a:rPr lang="en-NZ">
                <a:solidFill>
                  <a:schemeClr val="tx1"/>
                </a:solidFill>
                <a:cs typeface="Arial"/>
              </a:rPr>
              <a:t> principles</a:t>
            </a:r>
            <a:endParaRPr lang="en-US">
              <a:solidFill>
                <a:schemeClr val="tx1"/>
              </a:solidFill>
              <a:cs typeface="Arial"/>
            </a:endParaRPr>
          </a:p>
          <a:p>
            <a:pPr marL="755650" lvl="1" indent="-251460">
              <a:buFont typeface="Courier New"/>
              <a:buChar char="o"/>
            </a:pPr>
            <a:r>
              <a:rPr lang="en-NZ">
                <a:solidFill>
                  <a:schemeClr val="tx1"/>
                </a:solidFill>
                <a:cs typeface="Arial"/>
              </a:rPr>
              <a:t>Ecosystem of R packages</a:t>
            </a:r>
          </a:p>
          <a:p>
            <a:pPr marL="359410" indent="-359410"/>
            <a:r>
              <a:rPr lang="en-NZ">
                <a:solidFill>
                  <a:schemeClr val="tx1"/>
                </a:solidFill>
                <a:cs typeface="Arial"/>
              </a:rPr>
              <a:t>Standardised machine learning workflows using common interface</a:t>
            </a:r>
          </a:p>
          <a:p>
            <a:pPr marL="359410" indent="-359410"/>
            <a:r>
              <a:rPr lang="en-NZ" err="1">
                <a:solidFill>
                  <a:schemeClr val="tx1"/>
                </a:solidFill>
                <a:cs typeface="Arial"/>
              </a:rPr>
              <a:t>workflowsets</a:t>
            </a:r>
            <a:endParaRPr lang="en-NZ">
              <a:solidFill>
                <a:schemeClr val="tx1"/>
              </a:solidFill>
              <a:cs typeface="Arial"/>
            </a:endParaRPr>
          </a:p>
          <a:p>
            <a:pPr marL="755650" lvl="1" indent="-251460">
              <a:buFont typeface="Courier New"/>
              <a:buChar char="o"/>
            </a:pPr>
            <a:r>
              <a:rPr lang="en-NZ">
                <a:solidFill>
                  <a:schemeClr val="tx1"/>
                </a:solidFill>
                <a:cs typeface="Arial"/>
              </a:rPr>
              <a:t>Organise workflow objects</a:t>
            </a:r>
          </a:p>
          <a:p>
            <a:pPr marL="359410" indent="-359410"/>
            <a:r>
              <a:rPr lang="en-NZ">
                <a:solidFill>
                  <a:schemeClr val="tx1"/>
                </a:solidFill>
                <a:cs typeface="Arial"/>
              </a:rPr>
              <a:t>stacks</a:t>
            </a:r>
          </a:p>
          <a:p>
            <a:pPr marL="755650" lvl="1" indent="-251460">
              <a:buFont typeface="Courier New"/>
              <a:buChar char="o"/>
            </a:pPr>
            <a:r>
              <a:rPr lang="en-NZ">
                <a:solidFill>
                  <a:schemeClr val="tx1"/>
                </a:solidFill>
                <a:cs typeface="Arial"/>
              </a:rPr>
              <a:t>Construct stacking ensembles</a:t>
            </a:r>
          </a:p>
          <a:p>
            <a:pPr marL="359410" indent="-359410"/>
            <a:r>
              <a:rPr lang="en-NZ">
                <a:solidFill>
                  <a:schemeClr val="tx1"/>
                </a:solidFill>
                <a:cs typeface="Arial"/>
              </a:rPr>
              <a:t>probably</a:t>
            </a:r>
          </a:p>
          <a:p>
            <a:pPr marL="755650" lvl="1" indent="-251460">
              <a:buFont typeface="Courier New"/>
              <a:buChar char="o"/>
            </a:pPr>
            <a:r>
              <a:rPr lang="en-NZ">
                <a:solidFill>
                  <a:schemeClr val="tx1"/>
                </a:solidFill>
                <a:cs typeface="Arial"/>
              </a:rPr>
              <a:t>Calibration for classification</a:t>
            </a:r>
          </a:p>
          <a:p>
            <a:pPr marL="755650" lvl="1" indent="-251460">
              <a:buFont typeface="Courier New"/>
              <a:buChar char="o"/>
            </a:pPr>
            <a:r>
              <a:rPr lang="en-NZ">
                <a:solidFill>
                  <a:schemeClr val="tx1"/>
                </a:solidFill>
                <a:cs typeface="Arial"/>
              </a:rPr>
              <a:t>Non-parametric uncertainty quantification</a:t>
            </a:r>
          </a:p>
          <a:p>
            <a:pPr marL="359410" indent="-359410"/>
            <a:r>
              <a:rPr lang="en-NZ">
                <a:solidFill>
                  <a:schemeClr val="tx1"/>
                </a:solidFill>
                <a:cs typeface="Arial"/>
              </a:rPr>
              <a:t>DALEX</a:t>
            </a:r>
          </a:p>
          <a:p>
            <a:pPr marL="755650" lvl="1" indent="-251460">
              <a:buFont typeface="Courier New"/>
              <a:buChar char="o"/>
            </a:pPr>
            <a:r>
              <a:rPr lang="en-NZ">
                <a:solidFill>
                  <a:schemeClr val="tx1"/>
                </a:solidFill>
                <a:cs typeface="Arial"/>
              </a:rPr>
              <a:t>Model interpretability</a:t>
            </a:r>
          </a:p>
          <a:p>
            <a:pPr marL="359410" indent="-359410"/>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2" name="Picture 1" descr="A hexagon with colorful lines&#10;&#10;AI-generated content may be incorrect.">
            <a:extLst>
              <a:ext uri="{FF2B5EF4-FFF2-40B4-BE49-F238E27FC236}">
                <a16:creationId xmlns:a16="http://schemas.microsoft.com/office/drawing/2014/main" id="{23CB066F-7C78-7F56-A642-34675D6065E9}"/>
              </a:ext>
            </a:extLst>
          </p:cNvPr>
          <p:cNvPicPr>
            <a:picLocks noChangeAspect="1"/>
          </p:cNvPicPr>
          <p:nvPr/>
        </p:nvPicPr>
        <p:blipFill>
          <a:blip r:embed="rId3"/>
          <a:stretch>
            <a:fillRect/>
          </a:stretch>
        </p:blipFill>
        <p:spPr>
          <a:xfrm>
            <a:off x="6592019" y="844580"/>
            <a:ext cx="1811548" cy="2092086"/>
          </a:xfrm>
          <a:prstGeom prst="rect">
            <a:avLst/>
          </a:prstGeom>
        </p:spPr>
      </p:pic>
      <p:pic>
        <p:nvPicPr>
          <p:cNvPr id="3" name="Picture 2" descr="A hexagonal logo. Dark blue text reads &quot;stacks&quot;, cascading over a stack of pancakes on a light blue background.">
            <a:extLst>
              <a:ext uri="{FF2B5EF4-FFF2-40B4-BE49-F238E27FC236}">
                <a16:creationId xmlns:a16="http://schemas.microsoft.com/office/drawing/2014/main" id="{C37C5AED-C50E-B4B0-5639-4ABAE44C71BE}"/>
              </a:ext>
            </a:extLst>
          </p:cNvPr>
          <p:cNvPicPr>
            <a:picLocks noChangeAspect="1"/>
          </p:cNvPicPr>
          <p:nvPr/>
        </p:nvPicPr>
        <p:blipFill>
          <a:blip r:embed="rId4"/>
          <a:stretch>
            <a:fillRect/>
          </a:stretch>
        </p:blipFill>
        <p:spPr>
          <a:xfrm>
            <a:off x="9496245" y="844579"/>
            <a:ext cx="1811548" cy="2092085"/>
          </a:xfrm>
          <a:prstGeom prst="rect">
            <a:avLst/>
          </a:prstGeom>
        </p:spPr>
      </p:pic>
      <p:pic>
        <p:nvPicPr>
          <p:cNvPr id="5" name="Picture 4" descr="A yellow hexagon with a face and text&#10;&#10;AI-generated content may be incorrect.">
            <a:extLst>
              <a:ext uri="{FF2B5EF4-FFF2-40B4-BE49-F238E27FC236}">
                <a16:creationId xmlns:a16="http://schemas.microsoft.com/office/drawing/2014/main" id="{BAF6881D-268C-2237-6696-0DC16BEE826D}"/>
              </a:ext>
            </a:extLst>
          </p:cNvPr>
          <p:cNvPicPr>
            <a:picLocks noChangeAspect="1"/>
          </p:cNvPicPr>
          <p:nvPr/>
        </p:nvPicPr>
        <p:blipFill>
          <a:blip r:embed="rId5"/>
          <a:stretch>
            <a:fillRect/>
          </a:stretch>
        </p:blipFill>
        <p:spPr>
          <a:xfrm>
            <a:off x="6595613" y="3648255"/>
            <a:ext cx="1818736" cy="2091906"/>
          </a:xfrm>
          <a:prstGeom prst="rect">
            <a:avLst/>
          </a:prstGeom>
        </p:spPr>
      </p:pic>
      <p:pic>
        <p:nvPicPr>
          <p:cNvPr id="10" name="Picture 9" descr="A hexagon with a logo&#10;&#10;AI-generated content may be incorrect.">
            <a:extLst>
              <a:ext uri="{FF2B5EF4-FFF2-40B4-BE49-F238E27FC236}">
                <a16:creationId xmlns:a16="http://schemas.microsoft.com/office/drawing/2014/main" id="{E1C8F7EB-ED2D-488A-4055-A4AC71D33ECD}"/>
              </a:ext>
            </a:extLst>
          </p:cNvPr>
          <p:cNvPicPr>
            <a:picLocks noChangeAspect="1"/>
          </p:cNvPicPr>
          <p:nvPr/>
        </p:nvPicPr>
        <p:blipFill>
          <a:blip r:embed="rId6"/>
          <a:stretch>
            <a:fillRect/>
          </a:stretch>
        </p:blipFill>
        <p:spPr>
          <a:xfrm>
            <a:off x="9513409" y="3684199"/>
            <a:ext cx="1791598" cy="2034396"/>
          </a:xfrm>
          <a:prstGeom prst="rect">
            <a:avLst/>
          </a:prstGeom>
        </p:spPr>
      </p:pic>
    </p:spTree>
    <p:extLst>
      <p:ext uri="{BB962C8B-B14F-4D97-AF65-F5344CB8AC3E}">
        <p14:creationId xmlns:p14="http://schemas.microsoft.com/office/powerpoint/2010/main" val="82012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A60CA-6441-723A-7292-981ED518D7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BA5174-A04C-26AE-41BC-8745B03CC5F7}"/>
              </a:ext>
            </a:extLst>
          </p:cNvPr>
          <p:cNvSpPr>
            <a:spLocks noGrp="1"/>
          </p:cNvSpPr>
          <p:nvPr>
            <p:ph type="title"/>
          </p:nvPr>
        </p:nvSpPr>
        <p:spPr>
          <a:xfrm>
            <a:off x="720000" y="0"/>
            <a:ext cx="6040664" cy="1124744"/>
          </a:xfrm>
        </p:spPr>
        <p:txBody>
          <a:bodyPr/>
          <a:lstStyle/>
          <a:p>
            <a:r>
              <a:rPr lang="en-NZ"/>
              <a:t>H2O</a:t>
            </a:r>
            <a:endParaRPr lang="en-US"/>
          </a:p>
        </p:txBody>
      </p:sp>
      <p:sp>
        <p:nvSpPr>
          <p:cNvPr id="6" name="Content Placeholder 5">
            <a:extLst>
              <a:ext uri="{FF2B5EF4-FFF2-40B4-BE49-F238E27FC236}">
                <a16:creationId xmlns:a16="http://schemas.microsoft.com/office/drawing/2014/main" id="{DD799630-48A0-FE81-FEA0-4F54C3BAAA1E}"/>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Machine learning platform</a:t>
            </a:r>
            <a:endParaRPr lang="en-US">
              <a:solidFill>
                <a:schemeClr val="tx1"/>
              </a:solidFill>
              <a:cs typeface="Arial"/>
            </a:endParaRPr>
          </a:p>
          <a:p>
            <a:pPr marL="755650" lvl="1" indent="-251460">
              <a:buFont typeface="Courier New"/>
              <a:buChar char="o"/>
            </a:pPr>
            <a:r>
              <a:rPr lang="en-NZ">
                <a:solidFill>
                  <a:schemeClr val="tx1"/>
                </a:solidFill>
                <a:cs typeface="Arial"/>
              </a:rPr>
              <a:t>Supports many machine learning algorithms</a:t>
            </a:r>
          </a:p>
          <a:p>
            <a:pPr marL="359410" indent="-359410"/>
            <a:r>
              <a:rPr lang="en-NZ" err="1">
                <a:solidFill>
                  <a:schemeClr val="tx1"/>
                </a:solidFill>
                <a:cs typeface="Arial"/>
              </a:rPr>
              <a:t>AutoML</a:t>
            </a:r>
            <a:endParaRPr lang="en-NZ">
              <a:solidFill>
                <a:schemeClr val="tx1"/>
              </a:solidFill>
              <a:cs typeface="Arial"/>
            </a:endParaRPr>
          </a:p>
          <a:p>
            <a:pPr marL="755650" lvl="1" indent="-251460">
              <a:buFont typeface="Courier New"/>
              <a:buChar char="o"/>
            </a:pPr>
            <a:r>
              <a:rPr lang="en-NZ">
                <a:solidFill>
                  <a:schemeClr val="tx1"/>
                </a:solidFill>
                <a:cs typeface="Arial"/>
              </a:rPr>
              <a:t>Train and compare many models</a:t>
            </a:r>
          </a:p>
          <a:p>
            <a:pPr marL="359410" indent="-359410"/>
            <a:r>
              <a:rPr lang="en-NZ">
                <a:solidFill>
                  <a:schemeClr val="tx1"/>
                </a:solidFill>
                <a:cs typeface="Arial"/>
              </a:rPr>
              <a:t>Interface in R</a:t>
            </a:r>
          </a:p>
          <a:p>
            <a:pPr marL="359410" indent="-359410"/>
            <a:r>
              <a:rPr lang="en-NZ">
                <a:solidFill>
                  <a:schemeClr val="tx1"/>
                </a:solidFill>
                <a:cs typeface="Arial"/>
              </a:rPr>
              <a:t>Integration with </a:t>
            </a:r>
            <a:r>
              <a:rPr lang="en-NZ" err="1">
                <a:solidFill>
                  <a:schemeClr val="tx1"/>
                </a:solidFill>
                <a:cs typeface="Arial"/>
              </a:rPr>
              <a:t>tidymodels</a:t>
            </a:r>
            <a:r>
              <a:rPr lang="en-NZ">
                <a:solidFill>
                  <a:schemeClr val="tx1"/>
                </a:solidFill>
                <a:cs typeface="Arial"/>
              </a:rPr>
              <a:t>, DALEX, and probably</a:t>
            </a:r>
          </a:p>
          <a:p>
            <a:pPr marL="359410" indent="-359410"/>
            <a:endParaRPr lang="en-NZ">
              <a:solidFill>
                <a:schemeClr val="tx1"/>
              </a:solidFill>
              <a:cs typeface="Arial"/>
            </a:endParaRPr>
          </a:p>
          <a:p>
            <a:pPr marL="359410" indent="-359410"/>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yellow background with black text&#10;&#10;AI-generated content may be incorrect.">
            <a:extLst>
              <a:ext uri="{FF2B5EF4-FFF2-40B4-BE49-F238E27FC236}">
                <a16:creationId xmlns:a16="http://schemas.microsoft.com/office/drawing/2014/main" id="{C850B1BD-81EB-1003-5B05-C2F20A4858B3}"/>
              </a:ext>
            </a:extLst>
          </p:cNvPr>
          <p:cNvPicPr>
            <a:picLocks noChangeAspect="1"/>
          </p:cNvPicPr>
          <p:nvPr/>
        </p:nvPicPr>
        <p:blipFill>
          <a:blip r:embed="rId3"/>
          <a:stretch>
            <a:fillRect/>
          </a:stretch>
        </p:blipFill>
        <p:spPr>
          <a:xfrm>
            <a:off x="6598398" y="873155"/>
            <a:ext cx="1956939" cy="1891163"/>
          </a:xfrm>
          <a:prstGeom prst="rect">
            <a:avLst/>
          </a:prstGeom>
        </p:spPr>
      </p:pic>
      <p:pic>
        <p:nvPicPr>
          <p:cNvPr id="5" name="Picture 4" descr="A yellow hexagon with a face and text&#10;&#10;AI-generated content may be incorrect.">
            <a:extLst>
              <a:ext uri="{FF2B5EF4-FFF2-40B4-BE49-F238E27FC236}">
                <a16:creationId xmlns:a16="http://schemas.microsoft.com/office/drawing/2014/main" id="{696D8D26-ACF2-A089-C06C-872AC3C8D5BF}"/>
              </a:ext>
            </a:extLst>
          </p:cNvPr>
          <p:cNvPicPr>
            <a:picLocks noChangeAspect="1"/>
          </p:cNvPicPr>
          <p:nvPr/>
        </p:nvPicPr>
        <p:blipFill>
          <a:blip r:embed="rId4"/>
          <a:stretch>
            <a:fillRect/>
          </a:stretch>
        </p:blipFill>
        <p:spPr>
          <a:xfrm>
            <a:off x="6595613" y="3648255"/>
            <a:ext cx="1818736" cy="2091906"/>
          </a:xfrm>
          <a:prstGeom prst="rect">
            <a:avLst/>
          </a:prstGeom>
        </p:spPr>
      </p:pic>
      <p:pic>
        <p:nvPicPr>
          <p:cNvPr id="8" name="Picture 7" descr="A hexagon with a logo&#10;&#10;AI-generated content may be incorrect.">
            <a:extLst>
              <a:ext uri="{FF2B5EF4-FFF2-40B4-BE49-F238E27FC236}">
                <a16:creationId xmlns:a16="http://schemas.microsoft.com/office/drawing/2014/main" id="{17B43D3B-33D1-B46C-7810-A3B5E840394C}"/>
              </a:ext>
            </a:extLst>
          </p:cNvPr>
          <p:cNvPicPr>
            <a:picLocks noChangeAspect="1"/>
          </p:cNvPicPr>
          <p:nvPr/>
        </p:nvPicPr>
        <p:blipFill>
          <a:blip r:embed="rId5"/>
          <a:stretch>
            <a:fillRect/>
          </a:stretch>
        </p:blipFill>
        <p:spPr>
          <a:xfrm>
            <a:off x="9556542" y="3612313"/>
            <a:ext cx="1820352" cy="2077527"/>
          </a:xfrm>
          <a:prstGeom prst="rect">
            <a:avLst/>
          </a:prstGeom>
        </p:spPr>
      </p:pic>
      <p:pic>
        <p:nvPicPr>
          <p:cNvPr id="10" name="Picture 9" descr="A hexagon with colorful lines&#10;&#10;AI-generated content may be incorrect.">
            <a:extLst>
              <a:ext uri="{FF2B5EF4-FFF2-40B4-BE49-F238E27FC236}">
                <a16:creationId xmlns:a16="http://schemas.microsoft.com/office/drawing/2014/main" id="{78B8D430-EBD4-4A28-0E46-C5A03E87DBFF}"/>
              </a:ext>
            </a:extLst>
          </p:cNvPr>
          <p:cNvPicPr>
            <a:picLocks noChangeAspect="1"/>
          </p:cNvPicPr>
          <p:nvPr/>
        </p:nvPicPr>
        <p:blipFill>
          <a:blip r:embed="rId6"/>
          <a:stretch>
            <a:fillRect/>
          </a:stretch>
        </p:blipFill>
        <p:spPr>
          <a:xfrm>
            <a:off x="9553755" y="873335"/>
            <a:ext cx="1811548" cy="2092086"/>
          </a:xfrm>
          <a:prstGeom prst="rect">
            <a:avLst/>
          </a:prstGeom>
        </p:spPr>
      </p:pic>
    </p:spTree>
    <p:extLst>
      <p:ext uri="{BB962C8B-B14F-4D97-AF65-F5344CB8AC3E}">
        <p14:creationId xmlns:p14="http://schemas.microsoft.com/office/powerpoint/2010/main" val="326396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0A94-4497-42C8-4FFA-0263BC7036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296274-3008-4FD2-BA5B-2E4F29C5BBAD}"/>
              </a:ext>
            </a:extLst>
          </p:cNvPr>
          <p:cNvSpPr>
            <a:spLocks noGrp="1"/>
          </p:cNvSpPr>
          <p:nvPr>
            <p:ph type="title"/>
          </p:nvPr>
        </p:nvSpPr>
        <p:spPr>
          <a:xfrm>
            <a:off x="720000" y="0"/>
            <a:ext cx="6040664" cy="1124744"/>
          </a:xfrm>
        </p:spPr>
        <p:txBody>
          <a:bodyPr/>
          <a:lstStyle/>
          <a:p>
            <a:r>
              <a:rPr lang="en-NZ"/>
              <a:t>vetiver and plumber</a:t>
            </a:r>
            <a:endParaRPr lang="en-US"/>
          </a:p>
        </p:txBody>
      </p:sp>
      <p:sp>
        <p:nvSpPr>
          <p:cNvPr id="6" name="Content Placeholder 5">
            <a:extLst>
              <a:ext uri="{FF2B5EF4-FFF2-40B4-BE49-F238E27FC236}">
                <a16:creationId xmlns:a16="http://schemas.microsoft.com/office/drawing/2014/main" id="{89F26EE8-A9E2-6B36-FDC6-CBF9E952CB9D}"/>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vetiver</a:t>
            </a:r>
            <a:endParaRPr lang="en-US">
              <a:solidFill>
                <a:schemeClr val="tx1"/>
              </a:solidFill>
              <a:cs typeface="Arial"/>
            </a:endParaRPr>
          </a:p>
          <a:p>
            <a:pPr marL="755650" lvl="1" indent="-251460">
              <a:buFont typeface="Courier New"/>
              <a:buChar char="o"/>
            </a:pPr>
            <a:r>
              <a:rPr lang="en-NZ" err="1">
                <a:solidFill>
                  <a:schemeClr val="tx1"/>
                </a:solidFill>
                <a:cs typeface="Arial"/>
              </a:rPr>
              <a:t>MLOps</a:t>
            </a:r>
            <a:r>
              <a:rPr lang="en-NZ">
                <a:solidFill>
                  <a:schemeClr val="tx1"/>
                </a:solidFill>
                <a:cs typeface="Arial"/>
              </a:rPr>
              <a:t>: Model versioning, storage, monitoring, and deployment</a:t>
            </a:r>
          </a:p>
          <a:p>
            <a:pPr marL="755650" lvl="1" indent="-251460">
              <a:buFont typeface="Courier New"/>
              <a:buChar char="o"/>
            </a:pPr>
            <a:r>
              <a:rPr lang="en-NZ">
                <a:solidFill>
                  <a:schemeClr val="tx1"/>
                </a:solidFill>
                <a:cs typeface="Arial"/>
              </a:rPr>
              <a:t>Pins: Discover and share resources in S3</a:t>
            </a:r>
          </a:p>
          <a:p>
            <a:pPr marL="359410" indent="-359410"/>
            <a:r>
              <a:rPr lang="en-NZ">
                <a:solidFill>
                  <a:schemeClr val="tx1"/>
                </a:solidFill>
                <a:cs typeface="Arial"/>
              </a:rPr>
              <a:t>Model cards</a:t>
            </a:r>
          </a:p>
          <a:p>
            <a:pPr marL="755650" lvl="1" indent="-251460">
              <a:buFont typeface="Courier New"/>
              <a:buChar char="o"/>
            </a:pPr>
            <a:r>
              <a:rPr lang="en-NZ">
                <a:solidFill>
                  <a:schemeClr val="tx1"/>
                </a:solidFill>
                <a:cs typeface="Arial"/>
              </a:rPr>
              <a:t>Transparent model reporting</a:t>
            </a:r>
          </a:p>
          <a:p>
            <a:pPr marL="359410" indent="-359410"/>
            <a:r>
              <a:rPr lang="en-NZ">
                <a:solidFill>
                  <a:schemeClr val="tx1"/>
                </a:solidFill>
                <a:cs typeface="Arial"/>
              </a:rPr>
              <a:t>plumber</a:t>
            </a:r>
          </a:p>
          <a:p>
            <a:pPr marL="755650" lvl="1" indent="-251460">
              <a:buFont typeface="Courier New"/>
              <a:buChar char="o"/>
            </a:pPr>
            <a:r>
              <a:rPr lang="en-NZ">
                <a:solidFill>
                  <a:schemeClr val="tx1"/>
                </a:solidFill>
                <a:cs typeface="Arial"/>
              </a:rPr>
              <a:t>Web applications: REST APIs</a:t>
            </a:r>
          </a:p>
          <a:p>
            <a:pPr marL="755650" lvl="1" indent="-251460">
              <a:buFont typeface="Courier New"/>
              <a:buChar char="o"/>
            </a:pPr>
            <a:r>
              <a:rPr lang="en-NZ">
                <a:solidFill>
                  <a:schemeClr val="tx1"/>
                </a:solidFill>
                <a:cs typeface="Arial"/>
              </a:rPr>
              <a:t>Model deployment</a:t>
            </a:r>
          </a:p>
          <a:p>
            <a:pPr marL="359410" indent="-359410"/>
            <a:r>
              <a:rPr lang="en-NZ">
                <a:solidFill>
                  <a:schemeClr val="tx1"/>
                </a:solidFill>
                <a:cs typeface="Arial"/>
              </a:rPr>
              <a:t>Docker</a:t>
            </a:r>
          </a:p>
          <a:p>
            <a:pPr marL="755650" lvl="1" indent="-251460">
              <a:buFont typeface="Courier New"/>
              <a:buChar char="o"/>
            </a:pPr>
            <a:r>
              <a:rPr lang="en-NZ">
                <a:solidFill>
                  <a:schemeClr val="tx1"/>
                </a:solidFill>
                <a:cs typeface="Arial"/>
              </a:rPr>
              <a:t>Containerisation: Package, deploy, and run software</a:t>
            </a:r>
          </a:p>
          <a:p>
            <a:pPr marL="359410" indent="-359410"/>
            <a:r>
              <a:rPr lang="en-NZ">
                <a:solidFill>
                  <a:schemeClr val="tx1"/>
                </a:solidFill>
                <a:cs typeface="Arial"/>
              </a:rPr>
              <a:t>Kubernetes</a:t>
            </a:r>
          </a:p>
          <a:p>
            <a:pPr marL="755650" lvl="1" indent="-251460">
              <a:buFont typeface="Courier New"/>
              <a:buChar char="o"/>
            </a:pPr>
            <a:r>
              <a:rPr lang="en-NZ">
                <a:solidFill>
                  <a:schemeClr val="tx1"/>
                </a:solidFill>
                <a:cs typeface="Arial"/>
              </a:rPr>
              <a:t>Platform for the orchestration of containers</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5" name="Picture 4" descr="A logo of a vase&#10;&#10;AI-generated content may be incorrect.">
            <a:extLst>
              <a:ext uri="{FF2B5EF4-FFF2-40B4-BE49-F238E27FC236}">
                <a16:creationId xmlns:a16="http://schemas.microsoft.com/office/drawing/2014/main" id="{64C17303-E8D8-A788-505D-EDE7F29E942C}"/>
              </a:ext>
            </a:extLst>
          </p:cNvPr>
          <p:cNvPicPr>
            <a:picLocks noChangeAspect="1"/>
          </p:cNvPicPr>
          <p:nvPr/>
        </p:nvPicPr>
        <p:blipFill>
          <a:blip r:embed="rId3"/>
          <a:stretch>
            <a:fillRect/>
          </a:stretch>
        </p:blipFill>
        <p:spPr>
          <a:xfrm>
            <a:off x="6336013" y="1225671"/>
            <a:ext cx="1791598" cy="2034396"/>
          </a:xfrm>
          <a:prstGeom prst="rect">
            <a:avLst/>
          </a:prstGeom>
        </p:spPr>
      </p:pic>
      <p:pic>
        <p:nvPicPr>
          <p:cNvPr id="8" name="Graphic 7">
            <a:extLst>
              <a:ext uri="{FF2B5EF4-FFF2-40B4-BE49-F238E27FC236}">
                <a16:creationId xmlns:a16="http://schemas.microsoft.com/office/drawing/2014/main" id="{4272F32F-83E8-6E28-A127-3FD787319B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27721" y="1212691"/>
            <a:ext cx="1794295" cy="2031602"/>
          </a:xfrm>
          <a:prstGeom prst="rect">
            <a:avLst/>
          </a:prstGeom>
        </p:spPr>
      </p:pic>
      <p:pic>
        <p:nvPicPr>
          <p:cNvPr id="9" name="Picture 8" descr="Vinícius Lira - Portfólio">
            <a:extLst>
              <a:ext uri="{FF2B5EF4-FFF2-40B4-BE49-F238E27FC236}">
                <a16:creationId xmlns:a16="http://schemas.microsoft.com/office/drawing/2014/main" id="{A7350EB7-6110-0CC0-7271-2FC4F989BDEB}"/>
              </a:ext>
            </a:extLst>
          </p:cNvPr>
          <p:cNvPicPr>
            <a:picLocks noChangeAspect="1"/>
          </p:cNvPicPr>
          <p:nvPr/>
        </p:nvPicPr>
        <p:blipFill>
          <a:blip r:embed="rId6"/>
          <a:stretch>
            <a:fillRect/>
          </a:stretch>
        </p:blipFill>
        <p:spPr>
          <a:xfrm>
            <a:off x="6219645" y="3995087"/>
            <a:ext cx="2311880" cy="2045221"/>
          </a:xfrm>
          <a:prstGeom prst="rect">
            <a:avLst/>
          </a:prstGeom>
        </p:spPr>
      </p:pic>
      <p:pic>
        <p:nvPicPr>
          <p:cNvPr id="12" name="Picture 11" descr="ProDT Consulting Services">
            <a:extLst>
              <a:ext uri="{FF2B5EF4-FFF2-40B4-BE49-F238E27FC236}">
                <a16:creationId xmlns:a16="http://schemas.microsoft.com/office/drawing/2014/main" id="{C8ECFF3E-9F42-420B-B4F7-060DE570B3A2}"/>
              </a:ext>
            </a:extLst>
          </p:cNvPr>
          <p:cNvPicPr>
            <a:picLocks noChangeAspect="1"/>
          </p:cNvPicPr>
          <p:nvPr/>
        </p:nvPicPr>
        <p:blipFill>
          <a:blip r:embed="rId7"/>
          <a:stretch>
            <a:fillRect/>
          </a:stretch>
        </p:blipFill>
        <p:spPr>
          <a:xfrm>
            <a:off x="8842075" y="4241320"/>
            <a:ext cx="3263661" cy="1869058"/>
          </a:xfrm>
          <a:prstGeom prst="rect">
            <a:avLst/>
          </a:prstGeom>
        </p:spPr>
      </p:pic>
    </p:spTree>
    <p:extLst>
      <p:ext uri="{BB962C8B-B14F-4D97-AF65-F5344CB8AC3E}">
        <p14:creationId xmlns:p14="http://schemas.microsoft.com/office/powerpoint/2010/main" val="315774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F6A55C-6866-AD12-4450-7411CC8C6113}"/>
              </a:ext>
            </a:extLst>
          </p:cNvPr>
          <p:cNvSpPr>
            <a:spLocks noGrp="1"/>
          </p:cNvSpPr>
          <p:nvPr>
            <p:ph type="title"/>
          </p:nvPr>
        </p:nvSpPr>
        <p:spPr/>
        <p:txBody>
          <a:bodyPr/>
          <a:lstStyle/>
          <a:p>
            <a:r>
              <a:rPr lang="en-US">
                <a:cs typeface="Arial"/>
              </a:rPr>
              <a:t>Machine Learning Pipeline</a:t>
            </a:r>
            <a:endParaRPr lang="en-US"/>
          </a:p>
        </p:txBody>
      </p:sp>
      <p:graphicFrame>
        <p:nvGraphicFramePr>
          <p:cNvPr id="6" name="Diagram 5">
            <a:extLst>
              <a:ext uri="{FF2B5EF4-FFF2-40B4-BE49-F238E27FC236}">
                <a16:creationId xmlns:a16="http://schemas.microsoft.com/office/drawing/2014/main" id="{1F21DAEC-3101-B183-33A8-512B36EEB366}"/>
              </a:ext>
            </a:extLst>
          </p:cNvPr>
          <p:cNvGraphicFramePr/>
          <p:nvPr>
            <p:extLst>
              <p:ext uri="{D42A27DB-BD31-4B8C-83A1-F6EECF244321}">
                <p14:modId xmlns:p14="http://schemas.microsoft.com/office/powerpoint/2010/main" val="1083338901"/>
              </p:ext>
            </p:extLst>
          </p:nvPr>
        </p:nvGraphicFramePr>
        <p:xfrm>
          <a:off x="2022355" y="1077583"/>
          <a:ext cx="8153400" cy="5629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7482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3D57C-78F4-5842-CC7F-851B00FC2D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494A34-3FE4-E15E-5759-5010A1A630FB}"/>
              </a:ext>
            </a:extLst>
          </p:cNvPr>
          <p:cNvSpPr>
            <a:spLocks noGrp="1"/>
          </p:cNvSpPr>
          <p:nvPr>
            <p:ph type="title"/>
          </p:nvPr>
        </p:nvSpPr>
        <p:spPr>
          <a:xfrm>
            <a:off x="720000" y="0"/>
            <a:ext cx="6040664" cy="1124744"/>
          </a:xfrm>
        </p:spPr>
        <p:txBody>
          <a:bodyPr/>
          <a:lstStyle/>
          <a:p>
            <a:r>
              <a:rPr lang="en-NZ"/>
              <a:t>Discussion</a:t>
            </a:r>
            <a:endParaRPr lang="en-US"/>
          </a:p>
        </p:txBody>
      </p:sp>
      <p:sp>
        <p:nvSpPr>
          <p:cNvPr id="6" name="Content Placeholder 5">
            <a:extLst>
              <a:ext uri="{FF2B5EF4-FFF2-40B4-BE49-F238E27FC236}">
                <a16:creationId xmlns:a16="http://schemas.microsoft.com/office/drawing/2014/main" id="{8E4C6027-8820-E019-516A-3D236E01ED47}"/>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Attendee feedback </a:t>
            </a:r>
            <a:endParaRPr lang="en-US">
              <a:solidFill>
                <a:schemeClr val="tx1"/>
              </a:solidFill>
              <a:cs typeface="Arial"/>
            </a:endParaRPr>
          </a:p>
          <a:p>
            <a:pPr marL="359410" indent="-359410"/>
            <a:r>
              <a:rPr lang="en-NZ">
                <a:solidFill>
                  <a:schemeClr val="tx1"/>
                </a:solidFill>
                <a:cs typeface="Arial"/>
              </a:rPr>
              <a:t>Where next for future workshops?</a:t>
            </a:r>
          </a:p>
          <a:p>
            <a:pPr marL="359410" indent="-359410"/>
            <a:r>
              <a:rPr lang="en-NZ">
                <a:solidFill>
                  <a:schemeClr val="tx1"/>
                </a:solidFill>
                <a:cs typeface="Arial"/>
              </a:rPr>
              <a:t>Questions from audience </a:t>
            </a:r>
          </a:p>
          <a:p>
            <a:pPr marL="359410" indent="-359410"/>
            <a:r>
              <a:rPr lang="en-NZ">
                <a:solidFill>
                  <a:schemeClr val="tx1"/>
                </a:solidFill>
                <a:cs typeface="Arial"/>
              </a:rPr>
              <a:t>Could this be useful for your own work?</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hexagon with colorful lines&#10;&#10;AI-generated content may be incorrect.">
            <a:extLst>
              <a:ext uri="{FF2B5EF4-FFF2-40B4-BE49-F238E27FC236}">
                <a16:creationId xmlns:a16="http://schemas.microsoft.com/office/drawing/2014/main" id="{CFB5C9C2-9A50-BFED-9BAF-14CE0985416A}"/>
              </a:ext>
            </a:extLst>
          </p:cNvPr>
          <p:cNvPicPr>
            <a:picLocks noChangeAspect="1"/>
          </p:cNvPicPr>
          <p:nvPr/>
        </p:nvPicPr>
        <p:blipFill>
          <a:blip r:embed="rId3"/>
          <a:stretch>
            <a:fillRect/>
          </a:stretch>
        </p:blipFill>
        <p:spPr>
          <a:xfrm>
            <a:off x="6879566" y="830203"/>
            <a:ext cx="1768416" cy="2048954"/>
          </a:xfrm>
          <a:prstGeom prst="rect">
            <a:avLst/>
          </a:prstGeom>
        </p:spPr>
      </p:pic>
      <p:pic>
        <p:nvPicPr>
          <p:cNvPr id="7" name="Picture 6" descr="A logo of a vase&#10;&#10;AI-generated content may be incorrect.">
            <a:extLst>
              <a:ext uri="{FF2B5EF4-FFF2-40B4-BE49-F238E27FC236}">
                <a16:creationId xmlns:a16="http://schemas.microsoft.com/office/drawing/2014/main" id="{03EB5C3B-3EEA-F6C9-BC47-46B747BF1EB3}"/>
              </a:ext>
            </a:extLst>
          </p:cNvPr>
          <p:cNvPicPr>
            <a:picLocks noChangeAspect="1"/>
          </p:cNvPicPr>
          <p:nvPr/>
        </p:nvPicPr>
        <p:blipFill>
          <a:blip r:embed="rId4"/>
          <a:stretch>
            <a:fillRect/>
          </a:stretch>
        </p:blipFill>
        <p:spPr>
          <a:xfrm>
            <a:off x="6882352" y="3439784"/>
            <a:ext cx="1791598" cy="2034396"/>
          </a:xfrm>
          <a:prstGeom prst="rect">
            <a:avLst/>
          </a:prstGeom>
        </p:spPr>
      </p:pic>
      <p:pic>
        <p:nvPicPr>
          <p:cNvPr id="9" name="Graphic 8">
            <a:extLst>
              <a:ext uri="{FF2B5EF4-FFF2-40B4-BE49-F238E27FC236}">
                <a16:creationId xmlns:a16="http://schemas.microsoft.com/office/drawing/2014/main" id="{06269DE5-CC48-BBF3-AF60-4775616E41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55193" y="3412426"/>
            <a:ext cx="1794295" cy="2146621"/>
          </a:xfrm>
          <a:prstGeom prst="rect">
            <a:avLst/>
          </a:prstGeom>
        </p:spPr>
      </p:pic>
      <p:pic>
        <p:nvPicPr>
          <p:cNvPr id="11" name="Picture 10" descr="A hexagon with a logo&#10;&#10;AI-generated content may be incorrect.">
            <a:extLst>
              <a:ext uri="{FF2B5EF4-FFF2-40B4-BE49-F238E27FC236}">
                <a16:creationId xmlns:a16="http://schemas.microsoft.com/office/drawing/2014/main" id="{2A15C2D3-ED25-CFF1-57F2-2727056D9C59}"/>
              </a:ext>
            </a:extLst>
          </p:cNvPr>
          <p:cNvPicPr>
            <a:picLocks noChangeAspect="1"/>
          </p:cNvPicPr>
          <p:nvPr/>
        </p:nvPicPr>
        <p:blipFill>
          <a:blip r:embed="rId7"/>
          <a:stretch>
            <a:fillRect/>
          </a:stretch>
        </p:blipFill>
        <p:spPr>
          <a:xfrm>
            <a:off x="9556541" y="823104"/>
            <a:ext cx="1791598" cy="2034396"/>
          </a:xfrm>
          <a:prstGeom prst="rect">
            <a:avLst/>
          </a:prstGeom>
        </p:spPr>
      </p:pic>
    </p:spTree>
    <p:extLst>
      <p:ext uri="{BB962C8B-B14F-4D97-AF65-F5344CB8AC3E}">
        <p14:creationId xmlns:p14="http://schemas.microsoft.com/office/powerpoint/2010/main" val="36771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96E2-512C-CB6D-DD7F-532C376E3D2F}"/>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3454245E-0510-88ED-2511-02AD6CF202FF}"/>
              </a:ext>
            </a:extLst>
          </p:cNvPr>
          <p:cNvPicPr>
            <a:picLocks noGrp="1" noChangeAspect="1"/>
          </p:cNvPicPr>
          <p:nvPr>
            <p:ph type="pic" sz="quarter" idx="25"/>
          </p:nvPr>
        </p:nvPicPr>
        <p:blipFill rotWithShape="1">
          <a:blip r:embed="rId3" cstate="screen">
            <a:extLst>
              <a:ext uri="{28A0092B-C50C-407E-A947-70E740481C1C}">
                <a14:useLocalDpi xmlns:a14="http://schemas.microsoft.com/office/drawing/2010/main"/>
              </a:ext>
            </a:extLst>
          </a:blip>
          <a:srcRect/>
          <a:stretch/>
        </p:blipFill>
        <p:spPr>
          <a:xfrm>
            <a:off x="9786067" y="2392076"/>
            <a:ext cx="2599831" cy="2628000"/>
          </a:xfrm>
        </p:spPr>
      </p:pic>
      <p:pic>
        <p:nvPicPr>
          <p:cNvPr id="19" name="Picture Placeholder 18">
            <a:extLst>
              <a:ext uri="{FF2B5EF4-FFF2-40B4-BE49-F238E27FC236}">
                <a16:creationId xmlns:a16="http://schemas.microsoft.com/office/drawing/2014/main" id="{8D417945-A24C-22CB-0019-C2DA6F1417AD}"/>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pic>
        <p:nvPicPr>
          <p:cNvPr id="8" name="Picture Placeholder 7">
            <a:extLst>
              <a:ext uri="{FF2B5EF4-FFF2-40B4-BE49-F238E27FC236}">
                <a16:creationId xmlns:a16="http://schemas.microsoft.com/office/drawing/2014/main" id="{F65A7BC8-8BAA-605B-B050-B67D776125DF}"/>
              </a:ext>
            </a:extLst>
          </p:cNvPr>
          <p:cNvPicPr>
            <a:picLocks noGrp="1" noChangeAspect="1"/>
          </p:cNvPicPr>
          <p:nvPr>
            <p:ph type="pic" sz="quarter" idx="23"/>
          </p:nvPr>
        </p:nvPicPr>
        <p:blipFill>
          <a:blip r:embed="rId5" cstate="screen">
            <a:extLst>
              <a:ext uri="{28A0092B-C50C-407E-A947-70E740481C1C}">
                <a14:useLocalDpi xmlns:a14="http://schemas.microsoft.com/office/drawing/2010/main"/>
              </a:ext>
            </a:extLst>
          </a:blip>
          <a:srcRect/>
          <a:stretch>
            <a:fillRect/>
          </a:stretch>
        </p:blipFill>
        <p:spPr/>
      </p:pic>
      <p:sp>
        <p:nvSpPr>
          <p:cNvPr id="7" name="Subtitle 6">
            <a:extLst>
              <a:ext uri="{FF2B5EF4-FFF2-40B4-BE49-F238E27FC236}">
                <a16:creationId xmlns:a16="http://schemas.microsoft.com/office/drawing/2014/main" id="{D0BF8A96-5BC7-8B8B-F8FA-F6A2302D1F24}"/>
              </a:ext>
            </a:extLst>
          </p:cNvPr>
          <p:cNvSpPr>
            <a:spLocks noGrp="1"/>
          </p:cNvSpPr>
          <p:nvPr>
            <p:ph type="subTitle" idx="1"/>
          </p:nvPr>
        </p:nvSpPr>
        <p:spPr>
          <a:xfrm>
            <a:off x="821365" y="5272696"/>
            <a:ext cx="5276090" cy="648072"/>
          </a:xfrm>
        </p:spPr>
        <p:txBody>
          <a:bodyPr/>
          <a:lstStyle/>
          <a:p>
            <a:r>
              <a:rPr lang="en-US" sz="1800" b="0">
                <a:cs typeface="Arial"/>
              </a:rPr>
              <a:t>Tom Moore, James Bristow</a:t>
            </a:r>
            <a:endParaRPr lang="en-US"/>
          </a:p>
          <a:p>
            <a:endParaRPr lang="en-NZ">
              <a:cs typeface="Arial"/>
            </a:endParaRPr>
          </a:p>
        </p:txBody>
      </p:sp>
      <p:sp>
        <p:nvSpPr>
          <p:cNvPr id="4" name="Title 3">
            <a:extLst>
              <a:ext uri="{FF2B5EF4-FFF2-40B4-BE49-F238E27FC236}">
                <a16:creationId xmlns:a16="http://schemas.microsoft.com/office/drawing/2014/main" id="{629A6093-6A15-F58B-7B42-75CC29760EB4}"/>
              </a:ext>
            </a:extLst>
          </p:cNvPr>
          <p:cNvSpPr>
            <a:spLocks noGrp="1"/>
          </p:cNvSpPr>
          <p:nvPr>
            <p:ph type="title"/>
          </p:nvPr>
        </p:nvSpPr>
        <p:spPr>
          <a:xfrm>
            <a:off x="820800" y="1988840"/>
            <a:ext cx="6300792" cy="3028241"/>
          </a:xfrm>
        </p:spPr>
        <p:txBody>
          <a:bodyPr/>
          <a:lstStyle/>
          <a:p>
            <a:r>
              <a:rPr lang="en-NZ" sz="3200" b="0">
                <a:cs typeface="Arial"/>
              </a:rPr>
              <a:t>Pipeline development for R: Working with Stan</a:t>
            </a:r>
            <a:endParaRPr lang="en-NZ" sz="3200" b="0">
              <a:solidFill>
                <a:srgbClr val="79BC64"/>
              </a:solidFill>
              <a:cs typeface="Arial"/>
            </a:endParaRPr>
          </a:p>
          <a:p>
            <a:endParaRPr lang="en-NZ">
              <a:cs typeface="Arial"/>
            </a:endParaRPr>
          </a:p>
        </p:txBody>
      </p:sp>
    </p:spTree>
    <p:extLst>
      <p:ext uri="{BB962C8B-B14F-4D97-AF65-F5344CB8AC3E}">
        <p14:creationId xmlns:p14="http://schemas.microsoft.com/office/powerpoint/2010/main" val="41661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096E5-093A-826A-77B4-D1E42041629D}"/>
            </a:ext>
          </a:extLst>
        </p:cNvPr>
        <p:cNvGrpSpPr/>
        <p:nvPr/>
      </p:nvGrpSpPr>
      <p:grpSpPr>
        <a:xfrm>
          <a:off x="0" y="0"/>
          <a:ext cx="0" cy="0"/>
          <a:chOff x="0" y="0"/>
          <a:chExt cx="0" cy="0"/>
        </a:xfrm>
      </p:grpSpPr>
      <p:sp>
        <p:nvSpPr>
          <p:cNvPr id="3" name="Title 6">
            <a:extLst>
              <a:ext uri="{FF2B5EF4-FFF2-40B4-BE49-F238E27FC236}">
                <a16:creationId xmlns:a16="http://schemas.microsoft.com/office/drawing/2014/main" id="{99B143DB-20D4-313C-FD99-445FA42834F7}"/>
              </a:ext>
            </a:extLst>
          </p:cNvPr>
          <p:cNvSpPr>
            <a:spLocks noGrp="1"/>
          </p:cNvSpPr>
          <p:nvPr/>
        </p:nvSpPr>
        <p:spPr bwMode="auto">
          <a:xfrm>
            <a:off x="4895740" y="520575"/>
            <a:ext cx="2387906" cy="6974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latin typeface="+mj-lt"/>
                <a:ea typeface="+mj-ea"/>
                <a:cs typeface="+mj-cs"/>
              </a:defRPr>
            </a:lvl1pPr>
            <a:lvl2pPr algn="l" rtl="0" eaLnBrk="1" fontAlgn="base" hangingPunct="1">
              <a:spcBef>
                <a:spcPct val="0"/>
              </a:spcBef>
              <a:spcAft>
                <a:spcPct val="0"/>
              </a:spcAft>
              <a:defRPr sz="3733">
                <a:solidFill>
                  <a:srgbClr val="5F5F5F"/>
                </a:solidFill>
                <a:latin typeface="Arial" charset="0"/>
                <a:ea typeface="ＭＳ Ｐゴシック" pitchFamily="-112" charset="-128"/>
              </a:defRPr>
            </a:lvl2pPr>
            <a:lvl3pPr algn="l" rtl="0" eaLnBrk="1" fontAlgn="base" hangingPunct="1">
              <a:spcBef>
                <a:spcPct val="0"/>
              </a:spcBef>
              <a:spcAft>
                <a:spcPct val="0"/>
              </a:spcAft>
              <a:defRPr sz="3733">
                <a:solidFill>
                  <a:srgbClr val="5F5F5F"/>
                </a:solidFill>
                <a:latin typeface="Arial" charset="0"/>
                <a:ea typeface="ＭＳ Ｐゴシック" pitchFamily="-112" charset="-128"/>
              </a:defRPr>
            </a:lvl3pPr>
            <a:lvl4pPr algn="l" rtl="0" eaLnBrk="1" fontAlgn="base" hangingPunct="1">
              <a:spcBef>
                <a:spcPct val="0"/>
              </a:spcBef>
              <a:spcAft>
                <a:spcPct val="0"/>
              </a:spcAft>
              <a:defRPr sz="3733">
                <a:solidFill>
                  <a:srgbClr val="5F5F5F"/>
                </a:solidFill>
                <a:latin typeface="Arial" charset="0"/>
                <a:ea typeface="ＭＳ Ｐゴシック" pitchFamily="-112" charset="-128"/>
              </a:defRPr>
            </a:lvl4pPr>
            <a:lvl5pPr algn="l" rtl="0" eaLnBrk="1" fontAlgn="base" hangingPunct="1">
              <a:spcBef>
                <a:spcPct val="0"/>
              </a:spcBef>
              <a:spcAft>
                <a:spcPct val="0"/>
              </a:spcAft>
              <a:defRPr sz="3733">
                <a:solidFill>
                  <a:srgbClr val="5F5F5F"/>
                </a:solidFill>
                <a:latin typeface="Arial" charset="0"/>
                <a:ea typeface="ＭＳ Ｐゴシック" pitchFamily="-112" charset="-128"/>
              </a:defRPr>
            </a:lvl5pPr>
            <a:lvl6pPr marL="609585" algn="l" rtl="0" eaLnBrk="1" fontAlgn="base" hangingPunct="1">
              <a:spcBef>
                <a:spcPct val="0"/>
              </a:spcBef>
              <a:spcAft>
                <a:spcPct val="0"/>
              </a:spcAft>
              <a:defRPr sz="3733">
                <a:solidFill>
                  <a:srgbClr val="5F5F5F"/>
                </a:solidFill>
                <a:latin typeface="Arial" charset="0"/>
                <a:ea typeface="ＭＳ Ｐゴシック" pitchFamily="-112" charset="-128"/>
              </a:defRPr>
            </a:lvl6pPr>
            <a:lvl7pPr marL="1219170" algn="l" rtl="0" eaLnBrk="1" fontAlgn="base" hangingPunct="1">
              <a:spcBef>
                <a:spcPct val="0"/>
              </a:spcBef>
              <a:spcAft>
                <a:spcPct val="0"/>
              </a:spcAft>
              <a:defRPr sz="3733">
                <a:solidFill>
                  <a:srgbClr val="5F5F5F"/>
                </a:solidFill>
                <a:latin typeface="Arial" charset="0"/>
                <a:ea typeface="ＭＳ Ｐゴシック" pitchFamily="-112" charset="-128"/>
              </a:defRPr>
            </a:lvl7pPr>
            <a:lvl8pPr marL="1828754" algn="l" rtl="0" eaLnBrk="1" fontAlgn="base" hangingPunct="1">
              <a:spcBef>
                <a:spcPct val="0"/>
              </a:spcBef>
              <a:spcAft>
                <a:spcPct val="0"/>
              </a:spcAft>
              <a:defRPr sz="3733">
                <a:solidFill>
                  <a:srgbClr val="5F5F5F"/>
                </a:solidFill>
                <a:latin typeface="Arial" charset="0"/>
                <a:ea typeface="ＭＳ Ｐゴシック" pitchFamily="-112" charset="-128"/>
              </a:defRPr>
            </a:lvl8pPr>
            <a:lvl9pPr marL="2438339" algn="l" rtl="0" eaLnBrk="1" fontAlgn="base" hangingPunct="1">
              <a:spcBef>
                <a:spcPct val="0"/>
              </a:spcBef>
              <a:spcAft>
                <a:spcPct val="0"/>
              </a:spcAft>
              <a:defRPr sz="3733">
                <a:solidFill>
                  <a:srgbClr val="5F5F5F"/>
                </a:solidFill>
                <a:latin typeface="Arial" charset="0"/>
                <a:ea typeface="ＭＳ Ｐゴシック" pitchFamily="-112" charset="-128"/>
              </a:defRPr>
            </a:lvl9pPr>
          </a:lstStyle>
          <a:p>
            <a:pPr algn="ctr"/>
            <a:endParaRPr lang="en-NZ">
              <a:cs typeface="Arial" panose="020B0604020202020204"/>
            </a:endParaRPr>
          </a:p>
        </p:txBody>
      </p:sp>
      <p:sp>
        <p:nvSpPr>
          <p:cNvPr id="7" name="Content Placeholder 5">
            <a:extLst>
              <a:ext uri="{FF2B5EF4-FFF2-40B4-BE49-F238E27FC236}">
                <a16:creationId xmlns:a16="http://schemas.microsoft.com/office/drawing/2014/main" id="{7CDC7ABF-4ED0-D3E6-B9B0-8101EB9B14FD}"/>
              </a:ext>
            </a:extLst>
          </p:cNvPr>
          <p:cNvSpPr txBox="1">
            <a:spLocks/>
          </p:cNvSpPr>
          <p:nvPr/>
        </p:nvSpPr>
        <p:spPr>
          <a:xfrm>
            <a:off x="781827" y="1450764"/>
            <a:ext cx="4697850" cy="5410509"/>
          </a:xfrm>
          <a:prstGeom prst="rect">
            <a:avLst/>
          </a:prstGeom>
        </p:spPr>
        <p:txBody>
          <a:bodyPr lIns="91440" tIns="45720" rIns="91440" bIns="45720" anchor="t"/>
          <a:lstStyle>
            <a:lvl1pPr marL="360000" indent="-360000" algn="l" rtl="0" eaLnBrk="1" fontAlgn="base" hangingPunct="1">
              <a:spcBef>
                <a:spcPts val="800"/>
              </a:spcBef>
              <a:spcAft>
                <a:spcPct val="0"/>
              </a:spcAft>
              <a:buFont typeface="System Font Regular"/>
              <a:buChar char="•"/>
              <a:tabLst/>
              <a:defRPr sz="2000">
                <a:solidFill>
                  <a:schemeClr val="tx2"/>
                </a:solidFill>
                <a:latin typeface="+mn-lt"/>
                <a:ea typeface="+mn-ea"/>
                <a:cs typeface="+mn-cs"/>
              </a:defRPr>
            </a:lvl1pPr>
            <a:lvl2pPr marL="756000" indent="-252000" algn="l" rtl="0" eaLnBrk="1" fontAlgn="base" hangingPunct="1">
              <a:spcBef>
                <a:spcPts val="400"/>
              </a:spcBef>
              <a:spcAft>
                <a:spcPts val="0"/>
              </a:spcAft>
              <a:buFont typeface="System Font Regular"/>
              <a:buChar char="–"/>
              <a:defRPr sz="1800">
                <a:solidFill>
                  <a:schemeClr val="tx2"/>
                </a:solidFill>
                <a:latin typeface="+mn-lt"/>
                <a:ea typeface="+mn-ea"/>
              </a:defRPr>
            </a:lvl2pPr>
            <a:lvl3pPr marL="1260000" indent="-252000" algn="l" rtl="0" eaLnBrk="1" fontAlgn="base" hangingPunct="1">
              <a:spcBef>
                <a:spcPts val="400"/>
              </a:spcBef>
              <a:spcAft>
                <a:spcPct val="0"/>
              </a:spcAft>
              <a:buFont typeface="System Font Regular"/>
              <a:buChar char="•"/>
              <a:defRPr sz="1600">
                <a:solidFill>
                  <a:schemeClr val="tx2"/>
                </a:solidFill>
                <a:latin typeface="+mn-lt"/>
                <a:ea typeface="+mn-ea"/>
              </a:defRPr>
            </a:lvl3pPr>
            <a:lvl4pPr marL="1692000" indent="-252000" algn="l" rtl="0" eaLnBrk="1" fontAlgn="base" hangingPunct="1">
              <a:spcBef>
                <a:spcPts val="400"/>
              </a:spcBef>
              <a:spcAft>
                <a:spcPct val="0"/>
              </a:spcAft>
              <a:buFont typeface="System Font Regular"/>
              <a:buChar char="–"/>
              <a:defRPr sz="1400">
                <a:solidFill>
                  <a:schemeClr val="tx2"/>
                </a:solidFill>
                <a:latin typeface="+mn-lt"/>
                <a:ea typeface="+mn-ea"/>
              </a:defRPr>
            </a:lvl4pPr>
            <a:lvl5pPr marL="2160000" indent="-252000" algn="l" rtl="0" eaLnBrk="1" fontAlgn="base" hangingPunct="1">
              <a:spcBef>
                <a:spcPts val="200"/>
              </a:spcBef>
              <a:spcAft>
                <a:spcPct val="0"/>
              </a:spcAft>
              <a:buFont typeface="Arial" panose="020B0604020202020204" pitchFamily="34" charset="0"/>
              <a:buChar char="•"/>
              <a:defRPr sz="1400">
                <a:solidFill>
                  <a:schemeClr val="tx2"/>
                </a:solidFill>
                <a:latin typeface="+mn-lt"/>
                <a:ea typeface="+mn-ea"/>
              </a:defRPr>
            </a:lvl5pPr>
            <a:lvl6pPr marL="3352716" indent="-304792" algn="l" rtl="0" eaLnBrk="1" fontAlgn="base" hangingPunct="1">
              <a:spcBef>
                <a:spcPct val="20000"/>
              </a:spcBef>
              <a:spcAft>
                <a:spcPct val="0"/>
              </a:spcAft>
              <a:buChar char="»"/>
              <a:defRPr sz="1867">
                <a:solidFill>
                  <a:schemeClr val="tx1"/>
                </a:solidFill>
                <a:latin typeface="+mn-lt"/>
                <a:ea typeface="+mn-ea"/>
              </a:defRPr>
            </a:lvl6pPr>
            <a:lvl7pPr marL="3962301" indent="-304792" algn="l" rtl="0" eaLnBrk="1" fontAlgn="base" hangingPunct="1">
              <a:spcBef>
                <a:spcPct val="20000"/>
              </a:spcBef>
              <a:spcAft>
                <a:spcPct val="0"/>
              </a:spcAft>
              <a:buChar char="»"/>
              <a:defRPr sz="1867">
                <a:solidFill>
                  <a:schemeClr val="tx1"/>
                </a:solidFill>
                <a:latin typeface="+mn-lt"/>
                <a:ea typeface="+mn-ea"/>
              </a:defRPr>
            </a:lvl7pPr>
            <a:lvl8pPr marL="4571886" indent="-304792" algn="l" rtl="0" eaLnBrk="1" fontAlgn="base" hangingPunct="1">
              <a:spcBef>
                <a:spcPct val="20000"/>
              </a:spcBef>
              <a:spcAft>
                <a:spcPct val="0"/>
              </a:spcAft>
              <a:buChar char="»"/>
              <a:defRPr sz="1867">
                <a:solidFill>
                  <a:schemeClr val="tx1"/>
                </a:solidFill>
                <a:latin typeface="+mn-lt"/>
                <a:ea typeface="+mn-ea"/>
              </a:defRPr>
            </a:lvl8pPr>
            <a:lvl9pPr marL="5181470" indent="-304792" algn="l" rtl="0" eaLnBrk="1" fontAlgn="base" hangingPunct="1">
              <a:spcBef>
                <a:spcPct val="20000"/>
              </a:spcBef>
              <a:spcAft>
                <a:spcPct val="0"/>
              </a:spcAft>
              <a:buChar char="»"/>
              <a:defRPr sz="1867">
                <a:solidFill>
                  <a:schemeClr val="tx1"/>
                </a:solidFill>
                <a:latin typeface="+mn-lt"/>
                <a:ea typeface="+mn-ea"/>
              </a:defRPr>
            </a:lvl9pPr>
          </a:lstStyle>
          <a:p>
            <a:pPr marL="342900" indent="-342900">
              <a:buFont typeface="Arial,Sans-Serif"/>
              <a:buChar char="•"/>
            </a:pPr>
            <a:r>
              <a:rPr lang="en-NZ" kern="0">
                <a:solidFill>
                  <a:srgbClr val="3E5D58"/>
                </a:solidFill>
                <a:cs typeface="Arial"/>
              </a:rPr>
              <a:t>Introduction</a:t>
            </a:r>
            <a:endParaRPr lang="en-US" kern="0">
              <a:solidFill>
                <a:srgbClr val="3E5D58"/>
              </a:solidFill>
              <a:cs typeface="Arial"/>
            </a:endParaRPr>
          </a:p>
          <a:p>
            <a:pPr marL="342900" indent="-342900">
              <a:buFont typeface="Arial,Sans-Serif"/>
            </a:pPr>
            <a:r>
              <a:rPr lang="en-NZ" kern="0">
                <a:solidFill>
                  <a:srgbClr val="3E5D58"/>
                </a:solidFill>
                <a:cs typeface="Arial"/>
              </a:rPr>
              <a:t>Examples</a:t>
            </a:r>
            <a:endParaRPr lang="en-US" kern="0">
              <a:solidFill>
                <a:srgbClr val="3E5D58"/>
              </a:solidFill>
              <a:cs typeface="Arial"/>
            </a:endParaRPr>
          </a:p>
          <a:p>
            <a:pPr marL="739140" lvl="1" indent="-342900">
              <a:buFont typeface="Courier New,monospace"/>
              <a:buChar char="o"/>
            </a:pPr>
            <a:r>
              <a:rPr lang="en-NZ" kern="0">
                <a:solidFill>
                  <a:srgbClr val="3E5D58"/>
                </a:solidFill>
                <a:cs typeface="Arial"/>
              </a:rPr>
              <a:t>Causal inference</a:t>
            </a:r>
          </a:p>
          <a:p>
            <a:pPr marL="739140" lvl="1" indent="-342900">
              <a:buFont typeface="Courier New,monospace"/>
              <a:buChar char="o"/>
            </a:pPr>
            <a:r>
              <a:rPr lang="en-NZ" kern="0">
                <a:solidFill>
                  <a:srgbClr val="3E5D58"/>
                </a:solidFill>
                <a:cs typeface="Arial"/>
              </a:rPr>
              <a:t>brms</a:t>
            </a:r>
            <a:endParaRPr lang="en-NZ"/>
          </a:p>
          <a:p>
            <a:pPr marL="739140" lvl="1" indent="-342900">
              <a:buFont typeface="Courier New,monospace"/>
              <a:buChar char="o"/>
            </a:pPr>
            <a:r>
              <a:rPr lang="en-NZ" kern="0" err="1">
                <a:solidFill>
                  <a:srgbClr val="3E5D58"/>
                </a:solidFill>
                <a:cs typeface="Arial"/>
              </a:rPr>
              <a:t>cmdstanr</a:t>
            </a:r>
            <a:endParaRPr lang="en-NZ" kern="0">
              <a:solidFill>
                <a:srgbClr val="3E5D58"/>
              </a:solidFill>
              <a:cs typeface="Arial"/>
            </a:endParaRPr>
          </a:p>
          <a:p>
            <a:pPr marL="739140" lvl="1" indent="-342900">
              <a:buFont typeface="Courier New,monospace"/>
              <a:buChar char="o"/>
            </a:pPr>
            <a:r>
              <a:rPr lang="en-NZ" kern="0">
                <a:solidFill>
                  <a:srgbClr val="3E5D58"/>
                </a:solidFill>
                <a:cs typeface="Arial"/>
              </a:rPr>
              <a:t>Docker</a:t>
            </a:r>
          </a:p>
          <a:p>
            <a:pPr marL="739140" lvl="1" indent="-342900">
              <a:buFont typeface="Courier New,monospace"/>
              <a:buChar char="o"/>
            </a:pPr>
            <a:r>
              <a:rPr lang="en-NZ" kern="0">
                <a:solidFill>
                  <a:srgbClr val="3E5D58"/>
                </a:solidFill>
                <a:cs typeface="Arial"/>
              </a:rPr>
              <a:t>Kubernetes</a:t>
            </a:r>
          </a:p>
          <a:p>
            <a:pPr marL="342900" indent="-342900">
              <a:buFont typeface="Arial,Sans-Serif"/>
            </a:pPr>
            <a:r>
              <a:rPr lang="en-NZ" kern="0">
                <a:solidFill>
                  <a:srgbClr val="3E5D58"/>
                </a:solidFill>
                <a:cs typeface="Arial"/>
              </a:rPr>
              <a:t>Discussion</a:t>
            </a:r>
            <a:endParaRPr lang="en-US" kern="0">
              <a:solidFill>
                <a:srgbClr val="3E5D58"/>
              </a:solidFill>
              <a:cs typeface="Arial"/>
            </a:endParaRPr>
          </a:p>
          <a:p>
            <a:pPr marL="359410" indent="-359410"/>
            <a:endParaRPr lang="en-NZ" kern="0">
              <a:solidFill>
                <a:schemeClr val="tx1"/>
              </a:solidFill>
              <a:cs typeface="Arial"/>
            </a:endParaRPr>
          </a:p>
        </p:txBody>
      </p:sp>
      <p:sp>
        <p:nvSpPr>
          <p:cNvPr id="33" name="Title 32">
            <a:extLst>
              <a:ext uri="{FF2B5EF4-FFF2-40B4-BE49-F238E27FC236}">
                <a16:creationId xmlns:a16="http://schemas.microsoft.com/office/drawing/2014/main" id="{3B9171FF-FFB1-70E6-AA05-69D113AFAE4C}"/>
              </a:ext>
            </a:extLst>
          </p:cNvPr>
          <p:cNvSpPr>
            <a:spLocks noGrp="1"/>
          </p:cNvSpPr>
          <p:nvPr>
            <p:ph type="title"/>
          </p:nvPr>
        </p:nvSpPr>
        <p:spPr>
          <a:xfrm>
            <a:off x="884457" y="520575"/>
            <a:ext cx="4487000" cy="697427"/>
          </a:xfrm>
        </p:spPr>
        <p:txBody>
          <a:bodyPr/>
          <a:lstStyle/>
          <a:p>
            <a:pPr algn="ctr"/>
            <a:r>
              <a:rPr lang="en-NZ">
                <a:cs typeface="Arial"/>
              </a:rPr>
              <a:t>Overview</a:t>
            </a:r>
            <a:endParaRPr lang="en-US" b="0">
              <a:solidFill>
                <a:srgbClr val="000000"/>
              </a:solidFill>
              <a:cs typeface="Arial"/>
            </a:endParaRPr>
          </a:p>
          <a:p>
            <a:endParaRPr lang="en-US">
              <a:cs typeface="Arial"/>
            </a:endParaRPr>
          </a:p>
        </p:txBody>
      </p:sp>
    </p:spTree>
    <p:extLst>
      <p:ext uri="{BB962C8B-B14F-4D97-AF65-F5344CB8AC3E}">
        <p14:creationId xmlns:p14="http://schemas.microsoft.com/office/powerpoint/2010/main" val="1828200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81C0-E6FC-F7C9-4AFC-54F346D3BD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3BF8D3-53A4-5FC2-16F7-6A7C9188D86B}"/>
              </a:ext>
            </a:extLst>
          </p:cNvPr>
          <p:cNvSpPr>
            <a:spLocks noGrp="1"/>
          </p:cNvSpPr>
          <p:nvPr>
            <p:ph type="title"/>
          </p:nvPr>
        </p:nvSpPr>
        <p:spPr>
          <a:xfrm>
            <a:off x="720000" y="0"/>
            <a:ext cx="6040664" cy="1124744"/>
          </a:xfrm>
        </p:spPr>
        <p:txBody>
          <a:bodyPr/>
          <a:lstStyle/>
          <a:p>
            <a:r>
              <a:rPr lang="en-NZ" dirty="0"/>
              <a:t>Introduction</a:t>
            </a:r>
            <a:endParaRPr lang="en-US" dirty="0"/>
          </a:p>
        </p:txBody>
      </p:sp>
      <p:sp>
        <p:nvSpPr>
          <p:cNvPr id="6" name="Content Placeholder 5">
            <a:extLst>
              <a:ext uri="{FF2B5EF4-FFF2-40B4-BE49-F238E27FC236}">
                <a16:creationId xmlns:a16="http://schemas.microsoft.com/office/drawing/2014/main" id="{48ADC126-E263-8E1B-A57C-4438A5BA1357}"/>
              </a:ext>
            </a:extLst>
          </p:cNvPr>
          <p:cNvSpPr>
            <a:spLocks noGrp="1"/>
          </p:cNvSpPr>
          <p:nvPr>
            <p:ph idx="11"/>
          </p:nvPr>
        </p:nvSpPr>
        <p:spPr>
          <a:xfrm>
            <a:off x="724317" y="1134463"/>
            <a:ext cx="4697850" cy="5410509"/>
          </a:xfrm>
        </p:spPr>
        <p:txBody>
          <a:bodyPr/>
          <a:lstStyle/>
          <a:p>
            <a:pPr marL="359410" indent="-359410"/>
            <a:r>
              <a:rPr lang="en-NZ" dirty="0">
                <a:solidFill>
                  <a:schemeClr val="tx1"/>
                </a:solidFill>
                <a:cs typeface="Arial"/>
              </a:rPr>
              <a:t>Part 1: Causal inference with Stan</a:t>
            </a:r>
            <a:endParaRPr lang="en-US">
              <a:solidFill>
                <a:schemeClr val="tx1"/>
              </a:solidFill>
              <a:cs typeface="Arial"/>
            </a:endParaRPr>
          </a:p>
          <a:p>
            <a:pPr marL="755650" lvl="1" indent="-251460">
              <a:buFont typeface="Courier New"/>
              <a:buChar char="o"/>
            </a:pPr>
            <a:r>
              <a:rPr lang="en-NZ" dirty="0">
                <a:solidFill>
                  <a:schemeClr val="tx1"/>
                </a:solidFill>
                <a:cs typeface="Arial"/>
              </a:rPr>
              <a:t>What is causal inference and why do we want it?</a:t>
            </a:r>
          </a:p>
          <a:p>
            <a:pPr marL="755650" lvl="1" indent="-251460">
              <a:buFont typeface="Courier New"/>
              <a:buChar char="o"/>
            </a:pPr>
            <a:r>
              <a:rPr lang="en-NZ" dirty="0">
                <a:solidFill>
                  <a:schemeClr val="tx1"/>
                </a:solidFill>
                <a:cs typeface="Arial"/>
              </a:rPr>
              <a:t>brms</a:t>
            </a:r>
          </a:p>
          <a:p>
            <a:pPr marL="755650" lvl="1" indent="-251460">
              <a:buFont typeface="Courier New"/>
              <a:buChar char="o"/>
            </a:pPr>
            <a:r>
              <a:rPr lang="en-NZ" err="1">
                <a:solidFill>
                  <a:schemeClr val="tx1"/>
                </a:solidFill>
                <a:cs typeface="Arial"/>
              </a:rPr>
              <a:t>cmdstanr</a:t>
            </a:r>
            <a:endParaRPr lang="en-NZ">
              <a:solidFill>
                <a:schemeClr val="tx1"/>
              </a:solidFill>
              <a:cs typeface="Arial"/>
            </a:endParaRPr>
          </a:p>
          <a:p>
            <a:pPr marL="359410" indent="-359410"/>
            <a:r>
              <a:rPr lang="en-NZ" dirty="0">
                <a:solidFill>
                  <a:schemeClr val="tx1"/>
                </a:solidFill>
                <a:cs typeface="Arial"/>
              </a:rPr>
              <a:t>Part 2: vetiver and plumber over Kubernetes: </a:t>
            </a:r>
            <a:r>
              <a:rPr lang="en-NZ" dirty="0" err="1">
                <a:solidFill>
                  <a:schemeClr val="tx1"/>
                </a:solidFill>
                <a:cs typeface="Arial"/>
              </a:rPr>
              <a:t>MLOps</a:t>
            </a:r>
            <a:endParaRPr lang="en-US" dirty="0" err="1">
              <a:solidFill>
                <a:schemeClr val="tx1"/>
              </a:solidFill>
              <a:cs typeface="Arial"/>
            </a:endParaRPr>
          </a:p>
          <a:p>
            <a:pPr marL="755650" lvl="1" indent="-251460">
              <a:buFont typeface="Courier New,monospace"/>
              <a:buChar char="o"/>
            </a:pPr>
            <a:r>
              <a:rPr lang="en-NZ" dirty="0">
                <a:solidFill>
                  <a:schemeClr val="tx1"/>
                </a:solidFill>
                <a:cs typeface="Arial"/>
              </a:rPr>
              <a:t>Model cards</a:t>
            </a:r>
            <a:endParaRPr lang="en-US" dirty="0">
              <a:solidFill>
                <a:schemeClr val="tx1"/>
              </a:solidFill>
              <a:cs typeface="Arial"/>
            </a:endParaRPr>
          </a:p>
          <a:p>
            <a:pPr marL="755650" lvl="1" indent="-251460">
              <a:buFont typeface="Courier New,monospace"/>
              <a:buChar char="o"/>
            </a:pPr>
            <a:r>
              <a:rPr lang="en-NZ" dirty="0">
                <a:solidFill>
                  <a:schemeClr val="tx1"/>
                </a:solidFill>
                <a:cs typeface="Arial"/>
              </a:rPr>
              <a:t>S3</a:t>
            </a:r>
            <a:endParaRPr lang="en-US">
              <a:solidFill>
                <a:schemeClr val="tx1"/>
              </a:solidFill>
              <a:cs typeface="Arial"/>
            </a:endParaRPr>
          </a:p>
          <a:p>
            <a:pPr marL="755650" lvl="1" indent="-251460">
              <a:buFont typeface="Courier New,monospace"/>
              <a:buChar char="o"/>
            </a:pPr>
            <a:r>
              <a:rPr lang="en-NZ" dirty="0">
                <a:solidFill>
                  <a:schemeClr val="tx1"/>
                </a:solidFill>
                <a:cs typeface="Arial"/>
              </a:rPr>
              <a:t>Containerisation</a:t>
            </a:r>
            <a:endParaRPr lang="en-US">
              <a:solidFill>
                <a:schemeClr val="tx1"/>
              </a:solidFill>
              <a:cs typeface="Arial"/>
            </a:endParaRPr>
          </a:p>
          <a:p>
            <a:pPr marL="755650" lvl="1" indent="-251460">
              <a:buFont typeface="Courier New,monospace"/>
              <a:buChar char="o"/>
            </a:pPr>
            <a:r>
              <a:rPr lang="en-NZ" dirty="0">
                <a:solidFill>
                  <a:schemeClr val="tx1"/>
                </a:solidFill>
                <a:cs typeface="Arial"/>
              </a:rPr>
              <a:t>Deployment on Kubernetes</a:t>
            </a:r>
            <a:endParaRPr lang="en-NZ" dirty="0">
              <a:solidFill>
                <a:schemeClr val="tx1"/>
              </a:solidFil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9" name="Picture 8" descr="GitHub - INZERO12/StuddyR: R 학습 리포지토리">
            <a:extLst>
              <a:ext uri="{FF2B5EF4-FFF2-40B4-BE49-F238E27FC236}">
                <a16:creationId xmlns:a16="http://schemas.microsoft.com/office/drawing/2014/main" id="{CB027244-AE4D-A536-352C-5790F76201BC}"/>
              </a:ext>
            </a:extLst>
          </p:cNvPr>
          <p:cNvPicPr>
            <a:picLocks noChangeAspect="1"/>
          </p:cNvPicPr>
          <p:nvPr/>
        </p:nvPicPr>
        <p:blipFill>
          <a:blip r:embed="rId3"/>
          <a:stretch>
            <a:fillRect/>
          </a:stretch>
        </p:blipFill>
        <p:spPr>
          <a:xfrm>
            <a:off x="8793192" y="947468"/>
            <a:ext cx="2930106" cy="1958196"/>
          </a:xfrm>
          <a:prstGeom prst="rect">
            <a:avLst/>
          </a:prstGeom>
        </p:spPr>
      </p:pic>
      <p:pic>
        <p:nvPicPr>
          <p:cNvPr id="10" name="Picture 9" descr="Stan logo">
            <a:extLst>
              <a:ext uri="{FF2B5EF4-FFF2-40B4-BE49-F238E27FC236}">
                <a16:creationId xmlns:a16="http://schemas.microsoft.com/office/drawing/2014/main" id="{04B5F858-2A8C-4BB8-E89D-A6A734630A95}"/>
              </a:ext>
            </a:extLst>
          </p:cNvPr>
          <p:cNvPicPr>
            <a:picLocks noChangeAspect="1"/>
          </p:cNvPicPr>
          <p:nvPr/>
        </p:nvPicPr>
        <p:blipFill>
          <a:blip r:embed="rId4"/>
          <a:stretch>
            <a:fillRect/>
          </a:stretch>
        </p:blipFill>
        <p:spPr>
          <a:xfrm>
            <a:off x="6887474" y="1114965"/>
            <a:ext cx="1565696" cy="1637582"/>
          </a:xfrm>
          <a:prstGeom prst="rect">
            <a:avLst/>
          </a:prstGeom>
        </p:spPr>
      </p:pic>
      <p:pic>
        <p:nvPicPr>
          <p:cNvPr id="13" name="Picture 12" descr="A logo of a vase&#10;&#10;AI-generated content may be incorrect.">
            <a:extLst>
              <a:ext uri="{FF2B5EF4-FFF2-40B4-BE49-F238E27FC236}">
                <a16:creationId xmlns:a16="http://schemas.microsoft.com/office/drawing/2014/main" id="{39883B18-8C9C-70E6-4F0E-D1E3D41BBFDD}"/>
              </a:ext>
            </a:extLst>
          </p:cNvPr>
          <p:cNvPicPr>
            <a:picLocks noChangeAspect="1"/>
          </p:cNvPicPr>
          <p:nvPr/>
        </p:nvPicPr>
        <p:blipFill>
          <a:blip r:embed="rId5"/>
          <a:stretch>
            <a:fillRect/>
          </a:stretch>
        </p:blipFill>
        <p:spPr>
          <a:xfrm>
            <a:off x="6882352" y="3439784"/>
            <a:ext cx="1791598" cy="2034396"/>
          </a:xfrm>
          <a:prstGeom prst="rect">
            <a:avLst/>
          </a:prstGeom>
        </p:spPr>
      </p:pic>
      <p:pic>
        <p:nvPicPr>
          <p:cNvPr id="15" name="Graphic 14">
            <a:extLst>
              <a:ext uri="{FF2B5EF4-FFF2-40B4-BE49-F238E27FC236}">
                <a16:creationId xmlns:a16="http://schemas.microsoft.com/office/drawing/2014/main" id="{3A89615B-FB7B-2F0B-6B29-923F46FDBD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55193" y="3441181"/>
            <a:ext cx="1794295" cy="2146621"/>
          </a:xfrm>
          <a:prstGeom prst="rect">
            <a:avLst/>
          </a:prstGeom>
        </p:spPr>
      </p:pic>
    </p:spTree>
    <p:extLst>
      <p:ext uri="{BB962C8B-B14F-4D97-AF65-F5344CB8AC3E}">
        <p14:creationId xmlns:p14="http://schemas.microsoft.com/office/powerpoint/2010/main" val="119123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50F25-FEC1-7E43-396B-9496DFBE57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5170B3D-A6B9-6F65-1E07-7B6BF9BAC4B7}"/>
              </a:ext>
            </a:extLst>
          </p:cNvPr>
          <p:cNvSpPr>
            <a:spLocks noGrp="1"/>
          </p:cNvSpPr>
          <p:nvPr>
            <p:ph type="title"/>
          </p:nvPr>
        </p:nvSpPr>
        <p:spPr>
          <a:xfrm>
            <a:off x="720000" y="0"/>
            <a:ext cx="6040664" cy="1124744"/>
          </a:xfrm>
        </p:spPr>
        <p:txBody>
          <a:bodyPr/>
          <a:lstStyle/>
          <a:p>
            <a:r>
              <a:rPr lang="en-NZ"/>
              <a:t>Causal inference</a:t>
            </a:r>
            <a:endParaRPr lang="en-US"/>
          </a:p>
        </p:txBody>
      </p:sp>
      <p:sp>
        <p:nvSpPr>
          <p:cNvPr id="6" name="Content Placeholder 5">
            <a:extLst>
              <a:ext uri="{FF2B5EF4-FFF2-40B4-BE49-F238E27FC236}">
                <a16:creationId xmlns:a16="http://schemas.microsoft.com/office/drawing/2014/main" id="{4A563E78-0531-2C37-BE88-50935A5F30C1}"/>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The case for causal inference</a:t>
            </a:r>
          </a:p>
          <a:p>
            <a:pPr marL="755650" lvl="1" indent="-251460">
              <a:buFont typeface="Courier New"/>
              <a:buChar char="o"/>
            </a:pPr>
            <a:r>
              <a:rPr lang="en-NZ">
                <a:solidFill>
                  <a:schemeClr val="tx1"/>
                </a:solidFill>
                <a:cs typeface="Arial"/>
              </a:rPr>
              <a:t>Applications and context</a:t>
            </a:r>
          </a:p>
          <a:p>
            <a:pPr marL="755650" lvl="1" indent="-251460">
              <a:buFont typeface="Courier New"/>
              <a:buChar char="o"/>
            </a:pPr>
            <a:r>
              <a:rPr lang="en-NZ">
                <a:solidFill>
                  <a:schemeClr val="tx1"/>
                </a:solidFill>
                <a:cs typeface="Arial"/>
              </a:rPr>
              <a:t>The Causal Hierarchy</a:t>
            </a:r>
          </a:p>
          <a:p>
            <a:pPr marL="755650" lvl="1" indent="-251460">
              <a:buFont typeface="Courier New"/>
              <a:buChar char="o"/>
            </a:pPr>
            <a:r>
              <a:rPr lang="en-NZ">
                <a:solidFill>
                  <a:schemeClr val="tx1"/>
                </a:solidFill>
                <a:cs typeface="Arial"/>
              </a:rPr>
              <a:t>The Causal Workflow</a:t>
            </a:r>
          </a:p>
          <a:p>
            <a:pPr marL="755650" lvl="1" indent="-251460">
              <a:buFont typeface="Courier New"/>
              <a:buChar char="o"/>
            </a:pPr>
            <a:r>
              <a:rPr lang="en-NZ">
                <a:solidFill>
                  <a:schemeClr val="tx1"/>
                </a:solidFill>
                <a:cs typeface="Arial"/>
              </a:rPr>
              <a:t>Why Bayes?</a:t>
            </a:r>
          </a:p>
          <a:p>
            <a:pPr marL="504190" lvl="1" indent="0">
              <a:buNone/>
            </a:pPr>
            <a:endParaRPr lang="en-NZ">
              <a:solidFill>
                <a:schemeClr val="tx1"/>
              </a:solidFill>
              <a:cs typeface="Arial"/>
            </a:endParaRPr>
          </a:p>
          <a:p>
            <a:pPr marL="359410" indent="-359410"/>
            <a:r>
              <a:rPr lang="en-NZ">
                <a:solidFill>
                  <a:schemeClr val="tx1"/>
                </a:solidFill>
                <a:cs typeface="Arial"/>
              </a:rPr>
              <a:t>Structural Causal Models</a:t>
            </a:r>
          </a:p>
          <a:p>
            <a:pPr marL="755650" lvl="1" indent="-251460">
              <a:buFont typeface="Courier New"/>
              <a:buChar char="o"/>
            </a:pPr>
            <a:r>
              <a:rPr lang="en-NZ">
                <a:solidFill>
                  <a:schemeClr val="tx1"/>
                </a:solidFill>
                <a:cs typeface="Arial"/>
              </a:rPr>
              <a:t>Backdoor criterion (</a:t>
            </a:r>
            <a:r>
              <a:rPr lang="en-NZ" err="1">
                <a:solidFill>
                  <a:schemeClr val="tx1"/>
                </a:solidFill>
                <a:cs typeface="Arial"/>
              </a:rPr>
              <a:t>Daggity</a:t>
            </a:r>
            <a:r>
              <a:rPr lang="en-NZ">
                <a:solidFill>
                  <a:schemeClr val="tx1"/>
                </a:solidFill>
                <a:cs typeface="Arial"/>
              </a:rPr>
              <a:t>)</a:t>
            </a:r>
          </a:p>
          <a:p>
            <a:pPr marL="755650" lvl="1" indent="-251460">
              <a:buFont typeface="Courier New"/>
              <a:buChar char="o"/>
            </a:pPr>
            <a:r>
              <a:rPr lang="en-NZ">
                <a:solidFill>
                  <a:schemeClr val="tx1"/>
                </a:solidFill>
                <a:cs typeface="Arial"/>
              </a:rPr>
              <a:t>Estimation</a:t>
            </a:r>
          </a:p>
          <a:p>
            <a:pPr marL="755650" lvl="1" indent="-251460">
              <a:buFont typeface="Courier New"/>
              <a:buChar char="o"/>
            </a:pPr>
            <a:endParaRPr lang="en-NZ">
              <a:solidFill>
                <a:schemeClr val="tx1"/>
              </a:solidFill>
              <a:cs typeface="Arial"/>
            </a:endParaRPr>
          </a:p>
          <a:p>
            <a:pPr marL="359410" indent="-359410"/>
            <a:r>
              <a:rPr lang="en-NZ">
                <a:solidFill>
                  <a:schemeClr val="tx1"/>
                </a:solidFill>
                <a:cs typeface="Arial"/>
              </a:rPr>
              <a:t>Extensions</a:t>
            </a:r>
          </a:p>
          <a:p>
            <a:pPr marL="755650" lvl="1" indent="-251460">
              <a:buFont typeface="Courier New,monospace"/>
              <a:buChar char="o"/>
            </a:pPr>
            <a:r>
              <a:rPr lang="en-NZ">
                <a:solidFill>
                  <a:schemeClr val="tx1"/>
                </a:solidFill>
                <a:cs typeface="Arial"/>
              </a:rPr>
              <a:t>Commodification of causal </a:t>
            </a:r>
            <a:r>
              <a:rPr lang="en-NZ">
                <a:solidFill>
                  <a:schemeClr val="tx1"/>
                </a:solidFill>
                <a:ea typeface="+mn-lt"/>
                <a:cs typeface="+mn-lt"/>
              </a:rPr>
              <a:t>identification </a:t>
            </a:r>
            <a:r>
              <a:rPr lang="en-NZ">
                <a:solidFill>
                  <a:schemeClr val="tx1"/>
                </a:solidFill>
                <a:cs typeface="Arial"/>
              </a:rPr>
              <a:t>and inference</a:t>
            </a:r>
          </a:p>
          <a:p>
            <a:pPr marL="755650" lvl="1" indent="-251460">
              <a:buFont typeface="Courier New"/>
              <a:buChar char="o"/>
            </a:pPr>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2" name="Picture 1" descr="A diagram of a triangle with arrows and letters&#10;&#10;AI-generated content may be incorrect.">
            <a:extLst>
              <a:ext uri="{FF2B5EF4-FFF2-40B4-BE49-F238E27FC236}">
                <a16:creationId xmlns:a16="http://schemas.microsoft.com/office/drawing/2014/main" id="{0120B8F1-70CA-BD80-414D-19082E005F97}"/>
              </a:ext>
            </a:extLst>
          </p:cNvPr>
          <p:cNvPicPr>
            <a:picLocks noChangeAspect="1"/>
          </p:cNvPicPr>
          <p:nvPr/>
        </p:nvPicPr>
        <p:blipFill>
          <a:blip r:embed="rId3"/>
          <a:stretch>
            <a:fillRect/>
          </a:stretch>
        </p:blipFill>
        <p:spPr>
          <a:xfrm>
            <a:off x="7352801" y="2357069"/>
            <a:ext cx="3792577" cy="2531453"/>
          </a:xfrm>
          <a:prstGeom prst="rect">
            <a:avLst/>
          </a:prstGeom>
        </p:spPr>
      </p:pic>
      <p:pic>
        <p:nvPicPr>
          <p:cNvPr id="3" name="Picture 2" descr="A diagram of a workflow&#10;&#10;AI-generated content may be incorrect.">
            <a:extLst>
              <a:ext uri="{FF2B5EF4-FFF2-40B4-BE49-F238E27FC236}">
                <a16:creationId xmlns:a16="http://schemas.microsoft.com/office/drawing/2014/main" id="{74E6D03D-5843-2F97-A386-61D00302E1B1}"/>
              </a:ext>
            </a:extLst>
          </p:cNvPr>
          <p:cNvPicPr>
            <a:picLocks noChangeAspect="1"/>
          </p:cNvPicPr>
          <p:nvPr/>
        </p:nvPicPr>
        <p:blipFill>
          <a:blip r:embed="rId4"/>
          <a:stretch>
            <a:fillRect/>
          </a:stretch>
        </p:blipFill>
        <p:spPr>
          <a:xfrm>
            <a:off x="6762919" y="564587"/>
            <a:ext cx="4971207" cy="1628860"/>
          </a:xfrm>
          <a:prstGeom prst="rect">
            <a:avLst/>
          </a:prstGeom>
        </p:spPr>
      </p:pic>
      <p:pic>
        <p:nvPicPr>
          <p:cNvPr id="5" name="Picture 4" descr="A book cover with a nun holding a tray of food&#10;&#10;AI-generated content may be incorrect.">
            <a:extLst>
              <a:ext uri="{FF2B5EF4-FFF2-40B4-BE49-F238E27FC236}">
                <a16:creationId xmlns:a16="http://schemas.microsoft.com/office/drawing/2014/main" id="{A13CC8CF-04BF-A7D2-20EF-0B8AD99A8AF1}"/>
              </a:ext>
            </a:extLst>
          </p:cNvPr>
          <p:cNvPicPr>
            <a:picLocks noChangeAspect="1"/>
          </p:cNvPicPr>
          <p:nvPr/>
        </p:nvPicPr>
        <p:blipFill>
          <a:blip r:embed="rId5"/>
          <a:stretch>
            <a:fillRect/>
          </a:stretch>
        </p:blipFill>
        <p:spPr>
          <a:xfrm>
            <a:off x="10115296" y="5110541"/>
            <a:ext cx="1354911" cy="1586546"/>
          </a:xfrm>
          <a:prstGeom prst="rect">
            <a:avLst/>
          </a:prstGeom>
        </p:spPr>
      </p:pic>
      <p:pic>
        <p:nvPicPr>
          <p:cNvPr id="7" name="Picture 6" descr="A collage of many colorful posters&#10;&#10;AI-generated content may be incorrect.">
            <a:extLst>
              <a:ext uri="{FF2B5EF4-FFF2-40B4-BE49-F238E27FC236}">
                <a16:creationId xmlns:a16="http://schemas.microsoft.com/office/drawing/2014/main" id="{D41D9032-E536-B5FD-01F6-0CD8AD5EFA4E}"/>
              </a:ext>
            </a:extLst>
          </p:cNvPr>
          <p:cNvPicPr>
            <a:picLocks noChangeAspect="1"/>
          </p:cNvPicPr>
          <p:nvPr/>
        </p:nvPicPr>
        <p:blipFill>
          <a:blip r:embed="rId6"/>
          <a:stretch>
            <a:fillRect/>
          </a:stretch>
        </p:blipFill>
        <p:spPr>
          <a:xfrm>
            <a:off x="8529090" y="5125713"/>
            <a:ext cx="1357945" cy="1569688"/>
          </a:xfrm>
          <a:prstGeom prst="rect">
            <a:avLst/>
          </a:prstGeom>
        </p:spPr>
      </p:pic>
      <p:pic>
        <p:nvPicPr>
          <p:cNvPr id="8" name="Picture 7" descr="Statistical Rethinking">
            <a:extLst>
              <a:ext uri="{FF2B5EF4-FFF2-40B4-BE49-F238E27FC236}">
                <a16:creationId xmlns:a16="http://schemas.microsoft.com/office/drawing/2014/main" id="{DCE83ABE-895B-0BEB-6143-2DABD19BC75C}"/>
              </a:ext>
            </a:extLst>
          </p:cNvPr>
          <p:cNvPicPr>
            <a:picLocks noChangeAspect="1"/>
          </p:cNvPicPr>
          <p:nvPr/>
        </p:nvPicPr>
        <p:blipFill>
          <a:blip r:embed="rId7"/>
          <a:stretch>
            <a:fillRect/>
          </a:stretch>
        </p:blipFill>
        <p:spPr>
          <a:xfrm>
            <a:off x="7241198" y="5126595"/>
            <a:ext cx="1061671" cy="1568800"/>
          </a:xfrm>
          <a:prstGeom prst="rect">
            <a:avLst/>
          </a:prstGeom>
        </p:spPr>
      </p:pic>
    </p:spTree>
    <p:extLst>
      <p:ext uri="{BB962C8B-B14F-4D97-AF65-F5344CB8AC3E}">
        <p14:creationId xmlns:p14="http://schemas.microsoft.com/office/powerpoint/2010/main" val="4189009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975ED-FA2C-C5D6-A15D-06EA758A95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5DC3C6-32CF-F5CF-E722-40D2F64D4E9F}"/>
              </a:ext>
            </a:extLst>
          </p:cNvPr>
          <p:cNvSpPr>
            <a:spLocks noGrp="1"/>
          </p:cNvSpPr>
          <p:nvPr>
            <p:ph type="title"/>
          </p:nvPr>
        </p:nvSpPr>
        <p:spPr>
          <a:xfrm>
            <a:off x="720000" y="0"/>
            <a:ext cx="6040664" cy="1124744"/>
          </a:xfrm>
        </p:spPr>
        <p:txBody>
          <a:bodyPr/>
          <a:lstStyle/>
          <a:p>
            <a:r>
              <a:rPr lang="en-NZ"/>
              <a:t>Stan</a:t>
            </a:r>
            <a:endParaRPr lang="en-US" err="1"/>
          </a:p>
        </p:txBody>
      </p:sp>
      <p:sp>
        <p:nvSpPr>
          <p:cNvPr id="6" name="Content Placeholder 5">
            <a:extLst>
              <a:ext uri="{FF2B5EF4-FFF2-40B4-BE49-F238E27FC236}">
                <a16:creationId xmlns:a16="http://schemas.microsoft.com/office/drawing/2014/main" id="{65E06D01-31FA-2593-DC2A-A9A7C77E84DA}"/>
              </a:ext>
            </a:extLst>
          </p:cNvPr>
          <p:cNvSpPr>
            <a:spLocks noGrp="1"/>
          </p:cNvSpPr>
          <p:nvPr>
            <p:ph idx="11"/>
          </p:nvPr>
        </p:nvSpPr>
        <p:spPr>
          <a:xfrm>
            <a:off x="724317" y="1134463"/>
            <a:ext cx="4697850" cy="5410509"/>
          </a:xfrm>
        </p:spPr>
        <p:txBody>
          <a:bodyPr/>
          <a:lstStyle/>
          <a:p>
            <a:pPr marL="359410" indent="-359410"/>
            <a:r>
              <a:rPr lang="en-NZ">
                <a:solidFill>
                  <a:schemeClr val="tx1"/>
                </a:solidFill>
                <a:latin typeface="Arial"/>
                <a:ea typeface="Roboto"/>
                <a:cs typeface="Arial"/>
              </a:rPr>
              <a:t>Probabilistic programming language</a:t>
            </a:r>
            <a:endParaRPr lang="en-US">
              <a:solidFill>
                <a:schemeClr val="tx1"/>
              </a:solidFill>
              <a:cs typeface="Arial"/>
            </a:endParaRPr>
          </a:p>
          <a:p>
            <a:pPr marL="359410" indent="-359410"/>
            <a:r>
              <a:rPr lang="en-NZ">
                <a:solidFill>
                  <a:schemeClr val="tx1"/>
                </a:solidFill>
                <a:ea typeface="Roboto"/>
                <a:cs typeface="Arial"/>
              </a:rPr>
              <a:t>Bayesian inference</a:t>
            </a:r>
          </a:p>
          <a:p>
            <a:pPr marL="755650" lvl="1" indent="-251460">
              <a:buFont typeface="Courier New"/>
              <a:buChar char="o"/>
            </a:pPr>
            <a:r>
              <a:rPr lang="en-NZ">
                <a:solidFill>
                  <a:schemeClr val="tx1"/>
                </a:solidFill>
                <a:ea typeface="Roboto"/>
                <a:cs typeface="Arial"/>
              </a:rPr>
              <a:t>Hamiltonian Monte Carlo and NUTS </a:t>
            </a:r>
          </a:p>
          <a:p>
            <a:pPr marL="359410" indent="-359410"/>
            <a:r>
              <a:rPr lang="en-NZ">
                <a:solidFill>
                  <a:schemeClr val="tx1"/>
                </a:solidFill>
                <a:ea typeface="Roboto"/>
                <a:cs typeface="Arial"/>
              </a:rPr>
              <a:t>brms</a:t>
            </a:r>
          </a:p>
          <a:p>
            <a:pPr marL="755650" lvl="1" indent="-251460">
              <a:buFont typeface="Courier New"/>
              <a:buChar char="o"/>
            </a:pPr>
            <a:r>
              <a:rPr lang="en-NZ">
                <a:solidFill>
                  <a:schemeClr val="tx1"/>
                </a:solidFill>
                <a:ea typeface="Roboto"/>
                <a:cs typeface="Arial"/>
              </a:rPr>
              <a:t>Higher-level R interface with lme4-like syntax</a:t>
            </a:r>
          </a:p>
          <a:p>
            <a:pPr marL="359410" indent="-359410"/>
            <a:r>
              <a:rPr lang="en-NZ" err="1">
                <a:solidFill>
                  <a:schemeClr val="tx1"/>
                </a:solidFill>
                <a:ea typeface="Roboto"/>
                <a:cs typeface="Arial"/>
              </a:rPr>
              <a:t>DoWhy</a:t>
            </a:r>
            <a:endParaRPr lang="en-NZ">
              <a:solidFill>
                <a:schemeClr val="tx1"/>
              </a:solidFill>
              <a:ea typeface="Roboto"/>
              <a:cs typeface="Arial"/>
            </a:endParaRPr>
          </a:p>
          <a:p>
            <a:pPr marL="359410" indent="-359410"/>
            <a:r>
              <a:rPr lang="en-NZ">
                <a:solidFill>
                  <a:schemeClr val="tx1"/>
                </a:solidFill>
                <a:ea typeface="Roboto"/>
                <a:cs typeface="Arial"/>
              </a:rPr>
              <a:t>GPU</a:t>
            </a:r>
          </a:p>
          <a:p>
            <a:pPr marL="755650" lvl="1" indent="-251460">
              <a:buFont typeface="Courier New"/>
              <a:buChar char="o"/>
            </a:pPr>
            <a:r>
              <a:rPr lang="en-NZ" err="1">
                <a:solidFill>
                  <a:schemeClr val="tx1"/>
                </a:solidFill>
                <a:ea typeface="Roboto"/>
                <a:cs typeface="Arial"/>
              </a:rPr>
              <a:t>PyMC</a:t>
            </a:r>
            <a:r>
              <a:rPr lang="en-NZ">
                <a:solidFill>
                  <a:schemeClr val="tx1"/>
                </a:solidFill>
                <a:ea typeface="Roboto"/>
                <a:cs typeface="Arial"/>
              </a:rPr>
              <a:t> and Pyro</a:t>
            </a:r>
          </a:p>
          <a:p>
            <a:pPr marL="359410" indent="-359410"/>
            <a:endParaRPr lang="en-NZ">
              <a:solidFill>
                <a:srgbClr val="FF0000"/>
              </a:solidFill>
              <a:ea typeface="Roboto"/>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9" name="Picture 8" descr="GitHub - INZERO12/StuddyR: R 학습 리포지토리">
            <a:extLst>
              <a:ext uri="{FF2B5EF4-FFF2-40B4-BE49-F238E27FC236}">
                <a16:creationId xmlns:a16="http://schemas.microsoft.com/office/drawing/2014/main" id="{DA56A03F-EF2A-4F63-9781-98C9866AAC73}"/>
              </a:ext>
            </a:extLst>
          </p:cNvPr>
          <p:cNvPicPr>
            <a:picLocks noChangeAspect="1"/>
          </p:cNvPicPr>
          <p:nvPr/>
        </p:nvPicPr>
        <p:blipFill>
          <a:blip r:embed="rId3"/>
          <a:stretch>
            <a:fillRect/>
          </a:stretch>
        </p:blipFill>
        <p:spPr>
          <a:xfrm>
            <a:off x="8570245" y="1372487"/>
            <a:ext cx="3368516" cy="2187839"/>
          </a:xfrm>
          <a:prstGeom prst="rect">
            <a:avLst/>
          </a:prstGeom>
        </p:spPr>
      </p:pic>
      <p:pic>
        <p:nvPicPr>
          <p:cNvPr id="11" name="Picture 10" descr="Stan logo">
            <a:extLst>
              <a:ext uri="{FF2B5EF4-FFF2-40B4-BE49-F238E27FC236}">
                <a16:creationId xmlns:a16="http://schemas.microsoft.com/office/drawing/2014/main" id="{A5E0A20E-6F6B-2FDE-4215-DEA5AF14F79F}"/>
              </a:ext>
            </a:extLst>
          </p:cNvPr>
          <p:cNvPicPr>
            <a:picLocks noChangeAspect="1"/>
          </p:cNvPicPr>
          <p:nvPr/>
        </p:nvPicPr>
        <p:blipFill>
          <a:blip r:embed="rId4"/>
          <a:stretch>
            <a:fillRect/>
          </a:stretch>
        </p:blipFill>
        <p:spPr>
          <a:xfrm>
            <a:off x="6779348" y="1466915"/>
            <a:ext cx="2077175" cy="2013363"/>
          </a:xfrm>
          <a:prstGeom prst="rect">
            <a:avLst/>
          </a:prstGeom>
        </p:spPr>
      </p:pic>
      <p:pic>
        <p:nvPicPr>
          <p:cNvPr id="2" name="Picture 1" descr="A logo with a stethoscope and a rocket&#10;&#10;AI-generated content may be incorrect.">
            <a:extLst>
              <a:ext uri="{FF2B5EF4-FFF2-40B4-BE49-F238E27FC236}">
                <a16:creationId xmlns:a16="http://schemas.microsoft.com/office/drawing/2014/main" id="{ADF9A9BB-914F-D2DE-FEA5-9EA803B54A2E}"/>
              </a:ext>
            </a:extLst>
          </p:cNvPr>
          <p:cNvPicPr>
            <a:picLocks noChangeAspect="1"/>
          </p:cNvPicPr>
          <p:nvPr/>
        </p:nvPicPr>
        <p:blipFill>
          <a:blip r:embed="rId5"/>
          <a:stretch>
            <a:fillRect/>
          </a:stretch>
        </p:blipFill>
        <p:spPr>
          <a:xfrm>
            <a:off x="10258815" y="5917503"/>
            <a:ext cx="1569930" cy="628390"/>
          </a:xfrm>
          <a:prstGeom prst="rect">
            <a:avLst/>
          </a:prstGeom>
        </p:spPr>
      </p:pic>
      <p:pic>
        <p:nvPicPr>
          <p:cNvPr id="5" name="Picture 4" descr="A black text with a white background&#10;&#10;AI-generated content may be incorrect.">
            <a:extLst>
              <a:ext uri="{FF2B5EF4-FFF2-40B4-BE49-F238E27FC236}">
                <a16:creationId xmlns:a16="http://schemas.microsoft.com/office/drawing/2014/main" id="{FE713C60-CFB6-F371-F06F-0098C99E5A62}"/>
              </a:ext>
            </a:extLst>
          </p:cNvPr>
          <p:cNvPicPr>
            <a:picLocks noChangeAspect="1"/>
          </p:cNvPicPr>
          <p:nvPr/>
        </p:nvPicPr>
        <p:blipFill>
          <a:blip r:embed="rId6"/>
          <a:stretch>
            <a:fillRect/>
          </a:stretch>
        </p:blipFill>
        <p:spPr>
          <a:xfrm>
            <a:off x="6305027" y="5925854"/>
            <a:ext cx="1565232" cy="611688"/>
          </a:xfrm>
          <a:prstGeom prst="rect">
            <a:avLst/>
          </a:prstGeom>
        </p:spPr>
      </p:pic>
      <p:pic>
        <p:nvPicPr>
          <p:cNvPr id="7" name="Picture 6" descr="A colorful cubes forming a triangle&#10;&#10;AI-generated content may be incorrect.">
            <a:extLst>
              <a:ext uri="{FF2B5EF4-FFF2-40B4-BE49-F238E27FC236}">
                <a16:creationId xmlns:a16="http://schemas.microsoft.com/office/drawing/2014/main" id="{872C2CB9-7593-67E3-D287-B9C02C75A8BE}"/>
              </a:ext>
            </a:extLst>
          </p:cNvPr>
          <p:cNvPicPr>
            <a:picLocks noChangeAspect="1"/>
          </p:cNvPicPr>
          <p:nvPr/>
        </p:nvPicPr>
        <p:blipFill>
          <a:blip r:embed="rId7"/>
          <a:stretch>
            <a:fillRect/>
          </a:stretch>
        </p:blipFill>
        <p:spPr>
          <a:xfrm>
            <a:off x="8654049" y="5922593"/>
            <a:ext cx="959024" cy="597335"/>
          </a:xfrm>
          <a:prstGeom prst="rect">
            <a:avLst/>
          </a:prstGeom>
        </p:spPr>
      </p:pic>
      <p:cxnSp>
        <p:nvCxnSpPr>
          <p:cNvPr id="10" name="Straight Arrow Connector 9">
            <a:extLst>
              <a:ext uri="{FF2B5EF4-FFF2-40B4-BE49-F238E27FC236}">
                <a16:creationId xmlns:a16="http://schemas.microsoft.com/office/drawing/2014/main" id="{B8D14702-1678-861A-0E2D-704B12A458F4}"/>
              </a:ext>
            </a:extLst>
          </p:cNvPr>
          <p:cNvCxnSpPr/>
          <p:nvPr/>
        </p:nvCxnSpPr>
        <p:spPr bwMode="auto">
          <a:xfrm flipV="1">
            <a:off x="6303592" y="5573953"/>
            <a:ext cx="5726482" cy="66805"/>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9982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C8F25-A998-485A-867B-E3B2D08178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7F0E80-C5CC-2395-6295-952F7FCA3CCB}"/>
              </a:ext>
            </a:extLst>
          </p:cNvPr>
          <p:cNvSpPr>
            <a:spLocks noGrp="1"/>
          </p:cNvSpPr>
          <p:nvPr>
            <p:ph type="title"/>
          </p:nvPr>
        </p:nvSpPr>
        <p:spPr>
          <a:xfrm>
            <a:off x="720000" y="0"/>
            <a:ext cx="6040664" cy="1124744"/>
          </a:xfrm>
        </p:spPr>
        <p:txBody>
          <a:bodyPr/>
          <a:lstStyle/>
          <a:p>
            <a:r>
              <a:rPr lang="en-NZ"/>
              <a:t>vetiver and plumber</a:t>
            </a:r>
            <a:endParaRPr lang="en-US"/>
          </a:p>
        </p:txBody>
      </p:sp>
      <p:sp>
        <p:nvSpPr>
          <p:cNvPr id="6" name="Content Placeholder 5">
            <a:extLst>
              <a:ext uri="{FF2B5EF4-FFF2-40B4-BE49-F238E27FC236}">
                <a16:creationId xmlns:a16="http://schemas.microsoft.com/office/drawing/2014/main" id="{3DFC49C2-1D34-3F9B-CAA2-1FF26477B839}"/>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vetiver</a:t>
            </a:r>
            <a:endParaRPr lang="en-US">
              <a:solidFill>
                <a:schemeClr val="tx1"/>
              </a:solidFill>
              <a:cs typeface="Arial"/>
            </a:endParaRPr>
          </a:p>
          <a:p>
            <a:pPr marL="755650" lvl="1" indent="-251460">
              <a:buFont typeface="Courier New"/>
              <a:buChar char="o"/>
            </a:pPr>
            <a:r>
              <a:rPr lang="en-NZ" err="1">
                <a:solidFill>
                  <a:schemeClr val="tx1"/>
                </a:solidFill>
                <a:cs typeface="Arial"/>
              </a:rPr>
              <a:t>MLOps</a:t>
            </a:r>
            <a:r>
              <a:rPr lang="en-NZ">
                <a:solidFill>
                  <a:schemeClr val="tx1"/>
                </a:solidFill>
                <a:cs typeface="Arial"/>
              </a:rPr>
              <a:t>: Model versioning, storage, monitoring, and deployment</a:t>
            </a:r>
          </a:p>
          <a:p>
            <a:pPr marL="755650" lvl="1" indent="-251460">
              <a:buFont typeface="Courier New"/>
              <a:buChar char="o"/>
            </a:pPr>
            <a:r>
              <a:rPr lang="en-NZ">
                <a:solidFill>
                  <a:schemeClr val="tx1"/>
                </a:solidFill>
                <a:cs typeface="Arial"/>
              </a:rPr>
              <a:t>Pins: Discover and share resources in S3</a:t>
            </a:r>
          </a:p>
          <a:p>
            <a:pPr marL="359410" indent="-359410"/>
            <a:r>
              <a:rPr lang="en-NZ">
                <a:solidFill>
                  <a:schemeClr val="tx1"/>
                </a:solidFill>
                <a:cs typeface="Arial"/>
              </a:rPr>
              <a:t>Model cards</a:t>
            </a:r>
          </a:p>
          <a:p>
            <a:pPr marL="755650" lvl="1" indent="-251460">
              <a:buFont typeface="Courier New"/>
              <a:buChar char="o"/>
            </a:pPr>
            <a:r>
              <a:rPr lang="en-NZ">
                <a:solidFill>
                  <a:schemeClr val="tx1"/>
                </a:solidFill>
                <a:cs typeface="Arial"/>
              </a:rPr>
              <a:t>Transparent model reporting</a:t>
            </a:r>
          </a:p>
          <a:p>
            <a:pPr marL="359410" indent="-359410"/>
            <a:r>
              <a:rPr lang="en-NZ">
                <a:solidFill>
                  <a:schemeClr val="tx1"/>
                </a:solidFill>
                <a:cs typeface="Arial"/>
              </a:rPr>
              <a:t>plumber</a:t>
            </a:r>
          </a:p>
          <a:p>
            <a:pPr marL="755650" lvl="1" indent="-251460">
              <a:buFont typeface="Courier New"/>
              <a:buChar char="o"/>
            </a:pPr>
            <a:r>
              <a:rPr lang="en-NZ">
                <a:solidFill>
                  <a:schemeClr val="tx1"/>
                </a:solidFill>
                <a:cs typeface="Arial"/>
              </a:rPr>
              <a:t>Web applications: REST APIs</a:t>
            </a:r>
          </a:p>
          <a:p>
            <a:pPr marL="755650" lvl="1" indent="-251460">
              <a:buFont typeface="Courier New"/>
              <a:buChar char="o"/>
            </a:pPr>
            <a:r>
              <a:rPr lang="en-NZ">
                <a:solidFill>
                  <a:schemeClr val="tx1"/>
                </a:solidFill>
                <a:cs typeface="Arial"/>
              </a:rPr>
              <a:t>Model deployment</a:t>
            </a:r>
          </a:p>
          <a:p>
            <a:pPr marL="359410" indent="-359410"/>
            <a:r>
              <a:rPr lang="en-NZ">
                <a:solidFill>
                  <a:schemeClr val="tx1"/>
                </a:solidFill>
                <a:cs typeface="Arial"/>
              </a:rPr>
              <a:t>Docker</a:t>
            </a:r>
          </a:p>
          <a:p>
            <a:pPr marL="755650" lvl="1" indent="-251460">
              <a:buFont typeface="Courier New"/>
              <a:buChar char="o"/>
            </a:pPr>
            <a:r>
              <a:rPr lang="en-NZ">
                <a:solidFill>
                  <a:schemeClr val="tx1"/>
                </a:solidFill>
                <a:cs typeface="Arial"/>
              </a:rPr>
              <a:t>Containerisation: Package, deploy, and run software</a:t>
            </a:r>
          </a:p>
          <a:p>
            <a:pPr marL="359410" indent="-359410"/>
            <a:r>
              <a:rPr lang="en-NZ">
                <a:solidFill>
                  <a:schemeClr val="tx1"/>
                </a:solidFill>
                <a:cs typeface="Arial"/>
              </a:rPr>
              <a:t>Kubernetes</a:t>
            </a:r>
          </a:p>
          <a:p>
            <a:pPr marL="755650" lvl="1" indent="-251460">
              <a:buFont typeface="Courier New"/>
              <a:buChar char="o"/>
            </a:pPr>
            <a:r>
              <a:rPr lang="en-NZ">
                <a:solidFill>
                  <a:schemeClr val="tx1"/>
                </a:solidFill>
                <a:cs typeface="Arial"/>
              </a:rPr>
              <a:t>Platform for the orchestration of containers</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5" name="Picture 4" descr="A logo of a vase&#10;&#10;AI-generated content may be incorrect.">
            <a:extLst>
              <a:ext uri="{FF2B5EF4-FFF2-40B4-BE49-F238E27FC236}">
                <a16:creationId xmlns:a16="http://schemas.microsoft.com/office/drawing/2014/main" id="{9374D40E-4F84-34AE-F22E-F46F2DE2E659}"/>
              </a:ext>
            </a:extLst>
          </p:cNvPr>
          <p:cNvPicPr>
            <a:picLocks noChangeAspect="1"/>
          </p:cNvPicPr>
          <p:nvPr/>
        </p:nvPicPr>
        <p:blipFill>
          <a:blip r:embed="rId3"/>
          <a:stretch>
            <a:fillRect/>
          </a:stretch>
        </p:blipFill>
        <p:spPr>
          <a:xfrm>
            <a:off x="6336013" y="1225671"/>
            <a:ext cx="1791598" cy="2034396"/>
          </a:xfrm>
          <a:prstGeom prst="rect">
            <a:avLst/>
          </a:prstGeom>
        </p:spPr>
      </p:pic>
      <p:pic>
        <p:nvPicPr>
          <p:cNvPr id="8" name="Graphic 7">
            <a:extLst>
              <a:ext uri="{FF2B5EF4-FFF2-40B4-BE49-F238E27FC236}">
                <a16:creationId xmlns:a16="http://schemas.microsoft.com/office/drawing/2014/main" id="{B4D6AF3D-7AFF-B97A-CC53-C91B179FD2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27721" y="1227068"/>
            <a:ext cx="1794295" cy="2031602"/>
          </a:xfrm>
          <a:prstGeom prst="rect">
            <a:avLst/>
          </a:prstGeom>
        </p:spPr>
      </p:pic>
      <p:pic>
        <p:nvPicPr>
          <p:cNvPr id="9" name="Picture 8" descr="Vinícius Lira - Portfólio">
            <a:extLst>
              <a:ext uri="{FF2B5EF4-FFF2-40B4-BE49-F238E27FC236}">
                <a16:creationId xmlns:a16="http://schemas.microsoft.com/office/drawing/2014/main" id="{1F7A4263-B198-D1C7-11C8-9AE01B4EADAC}"/>
              </a:ext>
            </a:extLst>
          </p:cNvPr>
          <p:cNvPicPr>
            <a:picLocks noChangeAspect="1"/>
          </p:cNvPicPr>
          <p:nvPr/>
        </p:nvPicPr>
        <p:blipFill>
          <a:blip r:embed="rId6"/>
          <a:stretch>
            <a:fillRect/>
          </a:stretch>
        </p:blipFill>
        <p:spPr>
          <a:xfrm>
            <a:off x="6219645" y="3995087"/>
            <a:ext cx="2311880" cy="2045221"/>
          </a:xfrm>
          <a:prstGeom prst="rect">
            <a:avLst/>
          </a:prstGeom>
        </p:spPr>
      </p:pic>
      <p:pic>
        <p:nvPicPr>
          <p:cNvPr id="12" name="Picture 11" descr="ProDT Consulting Services">
            <a:extLst>
              <a:ext uri="{FF2B5EF4-FFF2-40B4-BE49-F238E27FC236}">
                <a16:creationId xmlns:a16="http://schemas.microsoft.com/office/drawing/2014/main" id="{B1E0A5F8-CF70-5A68-C6A8-E8F09FCC3986}"/>
              </a:ext>
            </a:extLst>
          </p:cNvPr>
          <p:cNvPicPr>
            <a:picLocks noChangeAspect="1"/>
          </p:cNvPicPr>
          <p:nvPr/>
        </p:nvPicPr>
        <p:blipFill>
          <a:blip r:embed="rId7"/>
          <a:stretch>
            <a:fillRect/>
          </a:stretch>
        </p:blipFill>
        <p:spPr>
          <a:xfrm>
            <a:off x="8842075" y="4241320"/>
            <a:ext cx="3263661" cy="1869058"/>
          </a:xfrm>
          <a:prstGeom prst="rect">
            <a:avLst/>
          </a:prstGeom>
        </p:spPr>
      </p:pic>
    </p:spTree>
    <p:extLst>
      <p:ext uri="{BB962C8B-B14F-4D97-AF65-F5344CB8AC3E}">
        <p14:creationId xmlns:p14="http://schemas.microsoft.com/office/powerpoint/2010/main" val="3214350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6EC41-FC35-C169-F0EE-ECD2EB8191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3333F5-A4C7-C00D-960D-3234582C86E8}"/>
              </a:ext>
            </a:extLst>
          </p:cNvPr>
          <p:cNvSpPr>
            <a:spLocks noGrp="1"/>
          </p:cNvSpPr>
          <p:nvPr>
            <p:ph type="title"/>
          </p:nvPr>
        </p:nvSpPr>
        <p:spPr>
          <a:xfrm>
            <a:off x="720000" y="0"/>
            <a:ext cx="6040664" cy="1124744"/>
          </a:xfrm>
        </p:spPr>
        <p:txBody>
          <a:bodyPr/>
          <a:lstStyle/>
          <a:p>
            <a:r>
              <a:rPr lang="en-NZ"/>
              <a:t>Discussion</a:t>
            </a:r>
            <a:endParaRPr lang="en-US"/>
          </a:p>
        </p:txBody>
      </p:sp>
      <p:sp>
        <p:nvSpPr>
          <p:cNvPr id="6" name="Content Placeholder 5">
            <a:extLst>
              <a:ext uri="{FF2B5EF4-FFF2-40B4-BE49-F238E27FC236}">
                <a16:creationId xmlns:a16="http://schemas.microsoft.com/office/drawing/2014/main" id="{3FD68E0A-7481-D371-07BA-35070C134E33}"/>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Attendee feedback </a:t>
            </a:r>
            <a:endParaRPr lang="en-US">
              <a:solidFill>
                <a:schemeClr val="tx1"/>
              </a:solidFill>
              <a:cs typeface="Arial"/>
            </a:endParaRPr>
          </a:p>
          <a:p>
            <a:pPr marL="359410" indent="-359410"/>
            <a:r>
              <a:rPr lang="en-NZ">
                <a:solidFill>
                  <a:schemeClr val="tx1"/>
                </a:solidFill>
                <a:cs typeface="Arial"/>
              </a:rPr>
              <a:t>Where next for future workshops?</a:t>
            </a:r>
            <a:endParaRPr lang="en-US">
              <a:solidFill>
                <a:schemeClr val="tx1"/>
              </a:solidFill>
              <a:cs typeface="Arial"/>
            </a:endParaRPr>
          </a:p>
          <a:p>
            <a:pPr marL="359410" indent="-359410"/>
            <a:r>
              <a:rPr lang="en-NZ">
                <a:solidFill>
                  <a:schemeClr val="tx1"/>
                </a:solidFill>
                <a:cs typeface="Arial"/>
              </a:rPr>
              <a:t>Questions from audience </a:t>
            </a:r>
          </a:p>
          <a:p>
            <a:pPr marL="359410" indent="-359410"/>
            <a:r>
              <a:rPr lang="en-NZ">
                <a:solidFill>
                  <a:schemeClr val="tx1"/>
                </a:solidFill>
                <a:cs typeface="Arial"/>
              </a:rPr>
              <a:t>Could this be useful for your own work?</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5" name="Picture 4" descr="GitHub - INZERO12/StuddyR: R 학습 리포지토리">
            <a:extLst>
              <a:ext uri="{FF2B5EF4-FFF2-40B4-BE49-F238E27FC236}">
                <a16:creationId xmlns:a16="http://schemas.microsoft.com/office/drawing/2014/main" id="{FF998212-5309-D797-2FE6-28FD27547E4F}"/>
              </a:ext>
            </a:extLst>
          </p:cNvPr>
          <p:cNvPicPr>
            <a:picLocks noChangeAspect="1"/>
          </p:cNvPicPr>
          <p:nvPr/>
        </p:nvPicPr>
        <p:blipFill>
          <a:blip r:embed="rId3"/>
          <a:stretch>
            <a:fillRect/>
          </a:stretch>
        </p:blipFill>
        <p:spPr>
          <a:xfrm>
            <a:off x="8793192" y="947468"/>
            <a:ext cx="2930106" cy="1958196"/>
          </a:xfrm>
          <a:prstGeom prst="rect">
            <a:avLst/>
          </a:prstGeom>
        </p:spPr>
      </p:pic>
      <p:pic>
        <p:nvPicPr>
          <p:cNvPr id="10" name="Picture 9" descr="Stan logo">
            <a:extLst>
              <a:ext uri="{FF2B5EF4-FFF2-40B4-BE49-F238E27FC236}">
                <a16:creationId xmlns:a16="http://schemas.microsoft.com/office/drawing/2014/main" id="{C31FE923-D1B0-A797-98A9-8A2C656A5B82}"/>
              </a:ext>
            </a:extLst>
          </p:cNvPr>
          <p:cNvPicPr>
            <a:picLocks noChangeAspect="1"/>
          </p:cNvPicPr>
          <p:nvPr/>
        </p:nvPicPr>
        <p:blipFill>
          <a:blip r:embed="rId4"/>
          <a:stretch>
            <a:fillRect/>
          </a:stretch>
        </p:blipFill>
        <p:spPr>
          <a:xfrm>
            <a:off x="6887474" y="1114965"/>
            <a:ext cx="1565696" cy="1637582"/>
          </a:xfrm>
          <a:prstGeom prst="rect">
            <a:avLst/>
          </a:prstGeom>
        </p:spPr>
      </p:pic>
      <p:pic>
        <p:nvPicPr>
          <p:cNvPr id="13" name="Picture 12" descr="A logo of a vase&#10;&#10;AI-generated content may be incorrect.">
            <a:extLst>
              <a:ext uri="{FF2B5EF4-FFF2-40B4-BE49-F238E27FC236}">
                <a16:creationId xmlns:a16="http://schemas.microsoft.com/office/drawing/2014/main" id="{1D261A9D-F254-F7D9-39BC-3F8CA167EE4E}"/>
              </a:ext>
            </a:extLst>
          </p:cNvPr>
          <p:cNvPicPr>
            <a:picLocks noChangeAspect="1"/>
          </p:cNvPicPr>
          <p:nvPr/>
        </p:nvPicPr>
        <p:blipFill>
          <a:blip r:embed="rId5"/>
          <a:stretch>
            <a:fillRect/>
          </a:stretch>
        </p:blipFill>
        <p:spPr>
          <a:xfrm>
            <a:off x="6882352" y="3439784"/>
            <a:ext cx="1791598" cy="2034396"/>
          </a:xfrm>
          <a:prstGeom prst="rect">
            <a:avLst/>
          </a:prstGeom>
        </p:spPr>
      </p:pic>
      <p:pic>
        <p:nvPicPr>
          <p:cNvPr id="15" name="Graphic 14">
            <a:extLst>
              <a:ext uri="{FF2B5EF4-FFF2-40B4-BE49-F238E27FC236}">
                <a16:creationId xmlns:a16="http://schemas.microsoft.com/office/drawing/2014/main" id="{3BD91ACE-0D33-B67F-1A41-7B5832C6A2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55193" y="3441181"/>
            <a:ext cx="1794295" cy="2146621"/>
          </a:xfrm>
          <a:prstGeom prst="rect">
            <a:avLst/>
          </a:prstGeom>
        </p:spPr>
      </p:pic>
    </p:spTree>
    <p:extLst>
      <p:ext uri="{BB962C8B-B14F-4D97-AF65-F5344CB8AC3E}">
        <p14:creationId xmlns:p14="http://schemas.microsoft.com/office/powerpoint/2010/main" val="4204602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D776B-D8C8-4679-20D3-2922D1F9CF8D}"/>
              </a:ext>
            </a:extLst>
          </p:cNvPr>
          <p:cNvSpPr>
            <a:spLocks noGrp="1"/>
          </p:cNvSpPr>
          <p:nvPr>
            <p:ph type="title"/>
          </p:nvPr>
        </p:nvSpPr>
        <p:spPr/>
        <p:txBody>
          <a:bodyPr>
            <a:normAutofit/>
          </a:bodyPr>
          <a:lstStyle/>
          <a:p>
            <a:r>
              <a:rPr lang="en-NZ" sz="4000"/>
              <a:t>Acknowledgements</a:t>
            </a:r>
          </a:p>
        </p:txBody>
      </p:sp>
      <p:sp>
        <p:nvSpPr>
          <p:cNvPr id="7" name="CuadroTexto 6">
            <a:extLst>
              <a:ext uri="{FF2B5EF4-FFF2-40B4-BE49-F238E27FC236}">
                <a16:creationId xmlns:a16="http://schemas.microsoft.com/office/drawing/2014/main" id="{E347CD4A-EC06-F3A5-3593-727564E057D0}"/>
              </a:ext>
            </a:extLst>
          </p:cNvPr>
          <p:cNvSpPr txBox="1"/>
          <p:nvPr/>
        </p:nvSpPr>
        <p:spPr>
          <a:xfrm>
            <a:off x="838201" y="1824493"/>
            <a:ext cx="10515599" cy="3046988"/>
          </a:xfrm>
          <a:prstGeom prst="rect">
            <a:avLst/>
          </a:prstGeom>
          <a:noFill/>
        </p:spPr>
        <p:txBody>
          <a:bodyPr wrap="square" lIns="91440" tIns="45720" rIns="91440" bIns="45720" anchor="t">
            <a:spAutoFit/>
          </a:bodyPr>
          <a:lstStyle/>
          <a:p>
            <a:pPr algn="just"/>
            <a:r>
              <a:rPr lang="en-NZ" sz="2400">
                <a:solidFill>
                  <a:schemeClr val="tx2"/>
                </a:solidFill>
                <a:latin typeface="Arial"/>
                <a:ea typeface="ＭＳ Ｐゴシック"/>
                <a:cs typeface="Arial"/>
              </a:rPr>
              <a:t>Funded by the New Zealand Ministry of Business, Innovation and Employment Strategic Science Investment Fund (contract number C11X1702) as part of the Digital Horticultural Systems </a:t>
            </a:r>
            <a:r>
              <a:rPr lang="en-NZ" sz="2400" err="1">
                <a:solidFill>
                  <a:schemeClr val="tx2"/>
                </a:solidFill>
                <a:latin typeface="Arial"/>
                <a:ea typeface="ＭＳ Ｐゴシック"/>
                <a:cs typeface="Arial"/>
              </a:rPr>
              <a:t>Ngā</a:t>
            </a:r>
            <a:r>
              <a:rPr lang="en-NZ" sz="2400">
                <a:solidFill>
                  <a:schemeClr val="tx2"/>
                </a:solidFill>
                <a:latin typeface="Arial"/>
                <a:ea typeface="ＭＳ Ｐゴシック"/>
                <a:cs typeface="Arial"/>
              </a:rPr>
              <a:t> Pou </a:t>
            </a:r>
            <a:r>
              <a:rPr lang="en-NZ" sz="2400" err="1">
                <a:solidFill>
                  <a:schemeClr val="tx2"/>
                </a:solidFill>
                <a:latin typeface="Arial"/>
                <a:ea typeface="ＭＳ Ｐゴシック"/>
                <a:cs typeface="Arial"/>
              </a:rPr>
              <a:t>Rangahau</a:t>
            </a:r>
            <a:r>
              <a:rPr lang="en-NZ" sz="2400">
                <a:solidFill>
                  <a:schemeClr val="tx2"/>
                </a:solidFill>
                <a:latin typeface="Arial"/>
                <a:ea typeface="ＭＳ Ｐゴシック"/>
                <a:cs typeface="Arial"/>
              </a:rPr>
              <a:t>, a Growing Futures™ programme of The New Zealand Institute for Plant and Food Research Limited (PFR).</a:t>
            </a:r>
          </a:p>
          <a:p>
            <a:pPr algn="just"/>
            <a:endParaRPr lang="en-US" sz="2400">
              <a:solidFill>
                <a:schemeClr val="tx2"/>
              </a:solidFill>
            </a:endParaRPr>
          </a:p>
          <a:p>
            <a:pPr algn="just"/>
            <a:r>
              <a:rPr lang="en-US" sz="2400">
                <a:solidFill>
                  <a:schemeClr val="tx2"/>
                </a:solidFill>
                <a:latin typeface="Arial"/>
                <a:ea typeface="ＭＳ Ｐゴシック"/>
                <a:cs typeface="Arial"/>
              </a:rPr>
              <a:t>BSI Staff who are working in the development of these platforms and those who have supported and worked in the </a:t>
            </a:r>
            <a:r>
              <a:rPr lang="en-US" sz="2400" err="1">
                <a:solidFill>
                  <a:schemeClr val="tx2"/>
                </a:solidFill>
                <a:latin typeface="Arial"/>
                <a:ea typeface="ＭＳ Ｐゴシック"/>
                <a:cs typeface="Arial"/>
              </a:rPr>
              <a:t>programmes</a:t>
            </a:r>
            <a:r>
              <a:rPr lang="en-US" sz="2400">
                <a:solidFill>
                  <a:schemeClr val="tx2"/>
                </a:solidFill>
                <a:latin typeface="Arial"/>
                <a:ea typeface="ＭＳ Ｐゴシック"/>
                <a:cs typeface="Arial"/>
              </a:rPr>
              <a:t> leading to this work</a:t>
            </a:r>
            <a:endParaRPr lang="en-NZ" sz="2400">
              <a:solidFill>
                <a:schemeClr val="tx2"/>
              </a:solidFill>
              <a:latin typeface="Arial"/>
              <a:ea typeface="ＭＳ Ｐゴシック"/>
              <a:cs typeface="Arial"/>
            </a:endParaRPr>
          </a:p>
        </p:txBody>
      </p:sp>
      <p:pic>
        <p:nvPicPr>
          <p:cNvPr id="5" name="Picture 4">
            <a:extLst>
              <a:ext uri="{FF2B5EF4-FFF2-40B4-BE49-F238E27FC236}">
                <a16:creationId xmlns:a16="http://schemas.microsoft.com/office/drawing/2014/main" id="{E884ECC1-53DA-332F-A4E5-C7BEBBD654C2}"/>
              </a:ext>
            </a:extLst>
          </p:cNvPr>
          <p:cNvPicPr>
            <a:picLocks noChangeAspect="1"/>
          </p:cNvPicPr>
          <p:nvPr/>
        </p:nvPicPr>
        <p:blipFill>
          <a:blip r:embed="rId3"/>
          <a:stretch>
            <a:fillRect/>
          </a:stretch>
        </p:blipFill>
        <p:spPr>
          <a:xfrm>
            <a:off x="7242940" y="5383601"/>
            <a:ext cx="4762500" cy="1381125"/>
          </a:xfrm>
          <a:prstGeom prst="rect">
            <a:avLst/>
          </a:prstGeom>
        </p:spPr>
      </p:pic>
    </p:spTree>
    <p:extLst>
      <p:ext uri="{BB962C8B-B14F-4D97-AF65-F5344CB8AC3E}">
        <p14:creationId xmlns:p14="http://schemas.microsoft.com/office/powerpoint/2010/main" val="666925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E05FEC-5112-0D4F-9040-52AB1DC66EF2}"/>
              </a:ext>
            </a:extLst>
          </p:cNvPr>
          <p:cNvSpPr>
            <a:spLocks noGrp="1"/>
          </p:cNvSpPr>
          <p:nvPr>
            <p:ph type="subTitle" idx="1"/>
          </p:nvPr>
        </p:nvSpPr>
        <p:spPr>
          <a:xfrm>
            <a:off x="859132" y="4062338"/>
            <a:ext cx="6009214" cy="1619737"/>
          </a:xfrm>
        </p:spPr>
        <p:txBody>
          <a:bodyPr/>
          <a:lstStyle/>
          <a:p>
            <a:r>
              <a:rPr lang="en-US" sz="1400">
                <a:cs typeface="Arial"/>
                <a:hlinkClick r:id="rId3"/>
              </a:rPr>
              <a:t>James.Bristow@plantandfood.co.nz</a:t>
            </a:r>
            <a:endParaRPr lang="en-NZ" sz="1400">
              <a:solidFill>
                <a:srgbClr val="000000"/>
              </a:solidFill>
              <a:cs typeface="Arial"/>
            </a:endParaRPr>
          </a:p>
          <a:p>
            <a:r>
              <a:rPr lang="en-US" sz="1400">
                <a:cs typeface="Arial"/>
                <a:hlinkClick r:id="rId4"/>
              </a:rPr>
              <a:t>Jingjing.Zhang@plantandfood.co.nz</a:t>
            </a:r>
            <a:endParaRPr lang="en-US" sz="1400">
              <a:cs typeface="Arial"/>
            </a:endParaRPr>
          </a:p>
          <a:p>
            <a:r>
              <a:rPr lang="en-US" sz="1400">
                <a:cs typeface="Arial"/>
                <a:hlinkClick r:id="rId5"/>
              </a:rPr>
              <a:t>Tom.Moore@plantandfood.co.nz</a:t>
            </a:r>
            <a:endParaRPr lang="en-US" sz="1400">
              <a:cs typeface="Arial"/>
            </a:endParaRPr>
          </a:p>
          <a:p>
            <a:r>
              <a:rPr lang="en-US" sz="1400">
                <a:ea typeface="+mn-lt"/>
                <a:cs typeface="+mn-lt"/>
                <a:hlinkClick r:id="rId6"/>
              </a:rPr>
              <a:t>Yongqi.Liang@plantandfood.co.nz</a:t>
            </a:r>
            <a:endParaRPr lang="en-US" sz="1400">
              <a:ea typeface="+mn-lt"/>
              <a:cs typeface="+mn-lt"/>
            </a:endParaRPr>
          </a:p>
          <a:p>
            <a:r>
              <a:rPr lang="en-US" sz="1400">
                <a:ea typeface="+mn-lt"/>
                <a:cs typeface="+mn-lt"/>
                <a:hlinkClick r:id="rId7"/>
              </a:rPr>
              <a:t>Lindy.Guo@plantandfood.co.nz</a:t>
            </a:r>
            <a:endParaRPr lang="en-US" sz="1400"/>
          </a:p>
          <a:p>
            <a:endParaRPr lang="en-US" b="0">
              <a:ea typeface="+mn-lt"/>
              <a:cs typeface="+mn-lt"/>
            </a:endParaRPr>
          </a:p>
          <a:p>
            <a:endParaRPr lang="en-US" b="0">
              <a:cs typeface="Arial"/>
            </a:endParaRPr>
          </a:p>
          <a:p>
            <a:endParaRPr lang="en-US">
              <a:cs typeface="Arial"/>
            </a:endParaRPr>
          </a:p>
        </p:txBody>
      </p:sp>
    </p:spTree>
    <p:extLst>
      <p:ext uri="{BB962C8B-B14F-4D97-AF65-F5344CB8AC3E}">
        <p14:creationId xmlns:p14="http://schemas.microsoft.com/office/powerpoint/2010/main" val="1508085748"/>
      </p:ext>
    </p:extLst>
  </p:cSld>
  <p:clrMapOvr>
    <a:masterClrMapping/>
  </p:clrMapOvr>
</p:sld>
</file>

<file path=ppt/theme/theme1.xml><?xml version="1.0" encoding="utf-8"?>
<a:theme xmlns:a="http://schemas.openxmlformats.org/drawingml/2006/main" name="PFR_1">
  <a:themeElements>
    <a:clrScheme name="Custom 43">
      <a:dk1>
        <a:srgbClr val="000000"/>
      </a:dk1>
      <a:lt1>
        <a:srgbClr val="FFFFFF"/>
      </a:lt1>
      <a:dk2>
        <a:srgbClr val="3E5D58"/>
      </a:dk2>
      <a:lt2>
        <a:srgbClr val="ECF0EF"/>
      </a:lt2>
      <a:accent1>
        <a:srgbClr val="79BC64"/>
      </a:accent1>
      <a:accent2>
        <a:srgbClr val="BDDEB2"/>
      </a:accent2>
      <a:accent3>
        <a:srgbClr val="24A3BE"/>
      </a:accent3>
      <a:accent4>
        <a:srgbClr val="BA7DAA"/>
      </a:accent4>
      <a:accent5>
        <a:srgbClr val="FFB549"/>
      </a:accent5>
      <a:accent6>
        <a:srgbClr val="DDBED3"/>
      </a:accent6>
      <a:hlink>
        <a:srgbClr val="000000"/>
      </a:hlink>
      <a:folHlink>
        <a:srgbClr val="C1CCC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NZ" sz="2400" b="0" i="0" u="none" strike="noStrike" cap="none" normalizeH="0" baseline="0" smtClean="0">
            <a:ln>
              <a:noFill/>
            </a:ln>
            <a:solidFill>
              <a:schemeClr val="tx1"/>
            </a:solidFill>
            <a:effectLst/>
            <a:latin typeface="Arial" charset="0"/>
            <a:ea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NZ" sz="2400" b="0" i="0" u="none" strike="noStrike" cap="none" normalizeH="0" baseline="0" smtClean="0">
            <a:ln>
              <a:noFill/>
            </a:ln>
            <a:solidFill>
              <a:schemeClr val="tx1"/>
            </a:solidFill>
            <a:effectLst/>
            <a:latin typeface="Arial" charset="0"/>
            <a:ea typeface="ＭＳ Ｐゴシック" pitchFamily="-112" charset="-128"/>
          </a:defRPr>
        </a:defPPr>
      </a:lstStyle>
    </a:lnDef>
    <a:txDef>
      <a:spPr>
        <a:noFill/>
      </a:spPr>
      <a:bodyPr wrap="square" rtlCol="0">
        <a:spAutoFit/>
      </a:bodyPr>
      <a:lstStyle>
        <a:defPPr algn="l">
          <a:defRPr sz="2000" dirty="0" err="1" smtClean="0">
            <a:solidFill>
              <a:schemeClr val="tx2"/>
            </a:solidFill>
          </a:defRPr>
        </a:defPPr>
      </a:lstStyle>
    </a:txDef>
  </a:objectDefaults>
  <a:extraClrSchemeLst>
    <a:extraClrScheme>
      <a:clrScheme name="PFR_template 1">
        <a:dk1>
          <a:srgbClr val="000000"/>
        </a:dk1>
        <a:lt1>
          <a:srgbClr val="FFFFFF"/>
        </a:lt1>
        <a:dk2>
          <a:srgbClr val="506860"/>
        </a:dk2>
        <a:lt2>
          <a:srgbClr val="808080"/>
        </a:lt2>
        <a:accent1>
          <a:srgbClr val="CACECE"/>
        </a:accent1>
        <a:accent2>
          <a:srgbClr val="FF0000"/>
        </a:accent2>
        <a:accent3>
          <a:srgbClr val="FFFFFF"/>
        </a:accent3>
        <a:accent4>
          <a:srgbClr val="000000"/>
        </a:accent4>
        <a:accent5>
          <a:srgbClr val="E1E3E3"/>
        </a:accent5>
        <a:accent6>
          <a:srgbClr val="E70000"/>
        </a:accent6>
        <a:hlink>
          <a:srgbClr val="4C4C4C"/>
        </a:hlink>
        <a:folHlink>
          <a:srgbClr val="99CC00"/>
        </a:folHlink>
      </a:clrScheme>
      <a:clrMap bg1="lt1" tx1="dk1" bg2="lt2" tx2="dk2" accent1="accent1" accent2="accent2" accent3="accent3" accent4="accent4" accent5="accent5" accent6="accent6" hlink="hlink" folHlink="folHlink"/>
    </a:extraClrScheme>
    <a:extraClrScheme>
      <a:clrScheme name="PFR_template 2">
        <a:dk1>
          <a:srgbClr val="000000"/>
        </a:dk1>
        <a:lt1>
          <a:srgbClr val="FFFFFF"/>
        </a:lt1>
        <a:dk2>
          <a:srgbClr val="506860"/>
        </a:dk2>
        <a:lt2>
          <a:srgbClr val="808080"/>
        </a:lt2>
        <a:accent1>
          <a:srgbClr val="CACECE"/>
        </a:accent1>
        <a:accent2>
          <a:srgbClr val="ECEFF0"/>
        </a:accent2>
        <a:accent3>
          <a:srgbClr val="FFFFFF"/>
        </a:accent3>
        <a:accent4>
          <a:srgbClr val="000000"/>
        </a:accent4>
        <a:accent5>
          <a:srgbClr val="E1E3E3"/>
        </a:accent5>
        <a:accent6>
          <a:srgbClr val="D6D9D9"/>
        </a:accent6>
        <a:hlink>
          <a:srgbClr val="4C4C4C"/>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7" id="{BB02D105-8E8D-6448-BB97-AF98B8414131}" vid="{A46F4752-D9DF-E64C-A806-4B8323182A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2025-PSC-calisim-JBRISTOW-BSI</Template>
  <Application>Microsoft Office PowerPoint</Application>
  <PresentationFormat>Widescreen</PresentationFormat>
  <Slides>17</Slides>
  <Notes>16</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PFR_1</vt:lpstr>
      <vt:lpstr>Pipeline development for R: Working with tidymodels </vt:lpstr>
      <vt:lpstr>Overview </vt:lpstr>
      <vt:lpstr>Introduction</vt:lpstr>
      <vt:lpstr>tidymodels</vt:lpstr>
      <vt:lpstr>H2O</vt:lpstr>
      <vt:lpstr>vetiver and plumber</vt:lpstr>
      <vt:lpstr>Machine Learning Pipeline</vt:lpstr>
      <vt:lpstr>Discussion</vt:lpstr>
      <vt:lpstr>Pipeline development for R: Working with Stan </vt:lpstr>
      <vt:lpstr>Overview </vt:lpstr>
      <vt:lpstr>Introduction</vt:lpstr>
      <vt:lpstr>Causal inference</vt:lpstr>
      <vt:lpstr>Stan</vt:lpstr>
      <vt:lpstr>vetiver and plumber</vt:lpstr>
      <vt:lpstr>Discussion</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Bristow</dc:creator>
  <cp:revision>7</cp:revision>
  <dcterms:created xsi:type="dcterms:W3CDTF">2025-06-30T04:37:17Z</dcterms:created>
  <dcterms:modified xsi:type="dcterms:W3CDTF">2025-10-06T05:27:18Z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d8f3512-c98a-4fbc-ad6e-3260f1cde3f8_Enabled">
    <vt:lpwstr>true</vt:lpwstr>
  </property>
  <property fmtid="{D5CDD505-2E9C-101B-9397-08002B2CF9AE}" pid="3" name="MSIP_Label_8d8f3512-c98a-4fbc-ad6e-3260f1cde3f8_SetDate">
    <vt:lpwstr>2025-03-06T03:00:21Z</vt:lpwstr>
  </property>
  <property fmtid="{D5CDD505-2E9C-101B-9397-08002B2CF9AE}" pid="4" name="MSIP_Label_8d8f3512-c98a-4fbc-ad6e-3260f1cde3f8_Method">
    <vt:lpwstr>Standard</vt:lpwstr>
  </property>
  <property fmtid="{D5CDD505-2E9C-101B-9397-08002B2CF9AE}" pid="5" name="MSIP_Label_8d8f3512-c98a-4fbc-ad6e-3260f1cde3f8_Name">
    <vt:lpwstr>Internal</vt:lpwstr>
  </property>
  <property fmtid="{D5CDD505-2E9C-101B-9397-08002B2CF9AE}" pid="6" name="MSIP_Label_8d8f3512-c98a-4fbc-ad6e-3260f1cde3f8_SiteId">
    <vt:lpwstr>6ca75ef7-2c66-42e7-af2c-6502153a7e3a</vt:lpwstr>
  </property>
  <property fmtid="{D5CDD505-2E9C-101B-9397-08002B2CF9AE}" pid="7" name="MSIP_Label_8d8f3512-c98a-4fbc-ad6e-3260f1cde3f8_ActionId">
    <vt:lpwstr>a2f127b6-453c-45d3-b78a-7d7cf80d93b1</vt:lpwstr>
  </property>
  <property fmtid="{D5CDD505-2E9C-101B-9397-08002B2CF9AE}" pid="8" name="MSIP_Label_8d8f3512-c98a-4fbc-ad6e-3260f1cde3f8_ContentBits">
    <vt:lpwstr>0</vt:lpwstr>
  </property>
  <property fmtid="{D5CDD505-2E9C-101B-9397-08002B2CF9AE}" pid="9" name="MSIP_Label_8d8f3512-c98a-4fbc-ad6e-3260f1cde3f8_Tag">
    <vt:lpwstr>50, 3, 0, 1</vt:lpwstr>
  </property>
</Properties>
</file>